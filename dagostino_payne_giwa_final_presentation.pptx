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3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5143500" type="screen16x9"/>
  <p:notesSz cx="6858000" cy="9144000"/>
  <p:embeddedFontLst>
    <p:embeddedFont>
      <p:font typeface="Albert Sans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A748CA-B08A-4F70-BA80-3A40EE6329D6}" v="1" dt="2025-11-29T23:31:09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vis Dagostino" userId="S::dagostino_travis@students.columbusstate.edu::c115dd78-0955-468d-bf15-f32aff185699" providerId="AD" clId="Web-{E9B0CF9D-508C-420E-B2FC-D2253A3835BD}"/>
    <pc:docChg chg="modSld">
      <pc:chgData name="Travis Dagostino" userId="S::dagostino_travis@students.columbusstate.edu::c115dd78-0955-468d-bf15-f32aff185699" providerId="AD" clId="Web-{E9B0CF9D-508C-420E-B2FC-D2253A3835BD}" dt="2025-11-23T16:07:32.083" v="94" actId="1076"/>
      <pc:docMkLst>
        <pc:docMk/>
      </pc:docMkLst>
      <pc:sldChg chg="modSp">
        <pc:chgData name="Travis Dagostino" userId="S::dagostino_travis@students.columbusstate.edu::c115dd78-0955-468d-bf15-f32aff185699" providerId="AD" clId="Web-{E9B0CF9D-508C-420E-B2FC-D2253A3835BD}" dt="2025-11-23T16:01:37.365" v="10" actId="20577"/>
        <pc:sldMkLst>
          <pc:docMk/>
          <pc:sldMk cId="0" sldId="256"/>
        </pc:sldMkLst>
        <pc:spChg chg="mod">
          <ac:chgData name="Travis Dagostino" userId="S::dagostino_travis@students.columbusstate.edu::c115dd78-0955-468d-bf15-f32aff185699" providerId="AD" clId="Web-{E9B0CF9D-508C-420E-B2FC-D2253A3835BD}" dt="2025-11-23T16:01:28.474" v="8" actId="20577"/>
          <ac:spMkLst>
            <pc:docMk/>
            <pc:sldMk cId="0" sldId="256"/>
            <ac:spMk id="409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1:32.661" v="9" actId="20577"/>
          <ac:spMkLst>
            <pc:docMk/>
            <pc:sldMk cId="0" sldId="256"/>
            <ac:spMk id="410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1:37.365" v="10" actId="20577"/>
          <ac:spMkLst>
            <pc:docMk/>
            <pc:sldMk cId="0" sldId="256"/>
            <ac:spMk id="415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1:10.958" v="0" actId="20577"/>
          <ac:spMkLst>
            <pc:docMk/>
            <pc:sldMk cId="0" sldId="256"/>
            <ac:spMk id="417" creationId="{00000000-0000-0000-0000-000000000000}"/>
          </ac:spMkLst>
        </pc:spChg>
      </pc:sldChg>
      <pc:sldChg chg="modSp">
        <pc:chgData name="Travis Dagostino" userId="S::dagostino_travis@students.columbusstate.edu::c115dd78-0955-468d-bf15-f32aff185699" providerId="AD" clId="Web-{E9B0CF9D-508C-420E-B2FC-D2253A3835BD}" dt="2025-11-23T16:03:21.568" v="30" actId="20577"/>
        <pc:sldMkLst>
          <pc:docMk/>
          <pc:sldMk cId="0" sldId="259"/>
        </pc:sldMkLst>
        <pc:spChg chg="mod">
          <ac:chgData name="Travis Dagostino" userId="S::dagostino_travis@students.columbusstate.edu::c115dd78-0955-468d-bf15-f32aff185699" providerId="AD" clId="Web-{E9B0CF9D-508C-420E-B2FC-D2253A3835BD}" dt="2025-11-23T16:02:08.990" v="14" actId="20577"/>
          <ac:spMkLst>
            <pc:docMk/>
            <pc:sldMk cId="0" sldId="259"/>
            <ac:spMk id="477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2:11.271" v="15" actId="20577"/>
          <ac:spMkLst>
            <pc:docMk/>
            <pc:sldMk cId="0" sldId="259"/>
            <ac:spMk id="480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2:15.224" v="17" actId="20577"/>
          <ac:spMkLst>
            <pc:docMk/>
            <pc:sldMk cId="0" sldId="259"/>
            <ac:spMk id="482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3:21.568" v="30" actId="20577"/>
          <ac:spMkLst>
            <pc:docMk/>
            <pc:sldMk cId="0" sldId="259"/>
            <ac:spMk id="483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2:19.177" v="19" actId="20577"/>
          <ac:spMkLst>
            <pc:docMk/>
            <pc:sldMk cId="0" sldId="259"/>
            <ac:spMk id="484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2:29.255" v="21" actId="20577"/>
          <ac:spMkLst>
            <pc:docMk/>
            <pc:sldMk cId="0" sldId="259"/>
            <ac:spMk id="486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2:05.021" v="12" actId="20577"/>
          <ac:spMkLst>
            <pc:docMk/>
            <pc:sldMk cId="0" sldId="259"/>
            <ac:spMk id="488" creationId="{00000000-0000-0000-0000-000000000000}"/>
          </ac:spMkLst>
        </pc:spChg>
      </pc:sldChg>
      <pc:sldChg chg="delSp modSp">
        <pc:chgData name="Travis Dagostino" userId="S::dagostino_travis@students.columbusstate.edu::c115dd78-0955-468d-bf15-f32aff185699" providerId="AD" clId="Web-{E9B0CF9D-508C-420E-B2FC-D2253A3835BD}" dt="2025-11-23T16:04:55.927" v="48" actId="1076"/>
        <pc:sldMkLst>
          <pc:docMk/>
          <pc:sldMk cId="0" sldId="260"/>
        </pc:sldMkLst>
        <pc:spChg chg="mod">
          <ac:chgData name="Travis Dagostino" userId="S::dagostino_travis@students.columbusstate.edu::c115dd78-0955-468d-bf15-f32aff185699" providerId="AD" clId="Web-{E9B0CF9D-508C-420E-B2FC-D2253A3835BD}" dt="2025-11-23T16:04:18.630" v="38" actId="1076"/>
          <ac:spMkLst>
            <pc:docMk/>
            <pc:sldMk cId="0" sldId="260"/>
            <ac:spMk id="522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4:21.568" v="39" actId="1076"/>
          <ac:spMkLst>
            <pc:docMk/>
            <pc:sldMk cId="0" sldId="260"/>
            <ac:spMk id="524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4:53.068" v="47" actId="1076"/>
          <ac:spMkLst>
            <pc:docMk/>
            <pc:sldMk cId="0" sldId="260"/>
            <ac:spMk id="526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4:55.927" v="48" actId="1076"/>
          <ac:spMkLst>
            <pc:docMk/>
            <pc:sldMk cId="0" sldId="260"/>
            <ac:spMk id="528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4:25.536" v="40" actId="1076"/>
          <ac:spMkLst>
            <pc:docMk/>
            <pc:sldMk cId="0" sldId="260"/>
            <ac:spMk id="533" creationId="{00000000-0000-0000-0000-000000000000}"/>
          </ac:spMkLst>
        </pc:spChg>
      </pc:sldChg>
      <pc:sldChg chg="addSp delSp modSp">
        <pc:chgData name="Travis Dagostino" userId="S::dagostino_travis@students.columbusstate.edu::c115dd78-0955-468d-bf15-f32aff185699" providerId="AD" clId="Web-{E9B0CF9D-508C-420E-B2FC-D2253A3835BD}" dt="2025-11-23T16:06:28.708" v="76" actId="1076"/>
        <pc:sldMkLst>
          <pc:docMk/>
          <pc:sldMk cId="0" sldId="261"/>
        </pc:sldMkLst>
        <pc:spChg chg="add mod">
          <ac:chgData name="Travis Dagostino" userId="S::dagostino_travis@students.columbusstate.edu::c115dd78-0955-468d-bf15-f32aff185699" providerId="AD" clId="Web-{E9B0CF9D-508C-420E-B2FC-D2253A3835BD}" dt="2025-11-23T16:06:28.708" v="76" actId="1076"/>
          <ac:spMkLst>
            <pc:docMk/>
            <pc:sldMk cId="0" sldId="261"/>
            <ac:spMk id="2" creationId="{7974DC6C-DADB-C75B-AA16-C3FEFF4A7724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5:43.083" v="62" actId="1076"/>
          <ac:spMkLst>
            <pc:docMk/>
            <pc:sldMk cId="0" sldId="261"/>
            <ac:spMk id="559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5:43.115" v="63" actId="1076"/>
          <ac:spMkLst>
            <pc:docMk/>
            <pc:sldMk cId="0" sldId="261"/>
            <ac:spMk id="561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6:17.271" v="73" actId="1076"/>
          <ac:spMkLst>
            <pc:docMk/>
            <pc:sldMk cId="0" sldId="261"/>
            <ac:spMk id="563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5:43.146" v="64" actId="1076"/>
          <ac:spMkLst>
            <pc:docMk/>
            <pc:sldMk cId="0" sldId="261"/>
            <ac:spMk id="570" creationId="{00000000-0000-0000-0000-000000000000}"/>
          </ac:spMkLst>
        </pc:spChg>
      </pc:sldChg>
      <pc:sldChg chg="delSp modSp">
        <pc:chgData name="Travis Dagostino" userId="S::dagostino_travis@students.columbusstate.edu::c115dd78-0955-468d-bf15-f32aff185699" providerId="AD" clId="Web-{E9B0CF9D-508C-420E-B2FC-D2253A3835BD}" dt="2025-11-23T16:07:32.083" v="94" actId="1076"/>
        <pc:sldMkLst>
          <pc:docMk/>
          <pc:sldMk cId="0" sldId="262"/>
        </pc:sldMkLst>
        <pc:spChg chg="mod">
          <ac:chgData name="Travis Dagostino" userId="S::dagostino_travis@students.columbusstate.edu::c115dd78-0955-468d-bf15-f32aff185699" providerId="AD" clId="Web-{E9B0CF9D-508C-420E-B2FC-D2253A3835BD}" dt="2025-11-23T16:06:52.990" v="81" actId="1076"/>
          <ac:spMkLst>
            <pc:docMk/>
            <pc:sldMk cId="0" sldId="262"/>
            <ac:spMk id="596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6:56.286" v="82" actId="1076"/>
          <ac:spMkLst>
            <pc:docMk/>
            <pc:sldMk cId="0" sldId="262"/>
            <ac:spMk id="598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7:30.552" v="93" actId="1076"/>
          <ac:spMkLst>
            <pc:docMk/>
            <pc:sldMk cId="0" sldId="262"/>
            <ac:spMk id="600" creationId="{00000000-0000-0000-0000-000000000000}"/>
          </ac:spMkLst>
        </pc:spChg>
        <pc:spChg chg="mod">
          <ac:chgData name="Travis Dagostino" userId="S::dagostino_travis@students.columbusstate.edu::c115dd78-0955-468d-bf15-f32aff185699" providerId="AD" clId="Web-{E9B0CF9D-508C-420E-B2FC-D2253A3835BD}" dt="2025-11-23T16:07:32.083" v="94" actId="1076"/>
          <ac:spMkLst>
            <pc:docMk/>
            <pc:sldMk cId="0" sldId="262"/>
            <ac:spMk id="602" creationId="{00000000-0000-0000-0000-000000000000}"/>
          </ac:spMkLst>
        </pc:spChg>
      </pc:sldChg>
    </pc:docChg>
  </pc:docChgLst>
  <pc:docChgLst>
    <pc:chgData name="Travis Dagostino" userId="S::dagostino_travis@students.columbusstate.edu::c115dd78-0955-468d-bf15-f32aff185699" providerId="AD" clId="Web-{06BFFD2D-76DA-41FE-B976-2D411BFBD83A}"/>
    <pc:docChg chg="addSld delSld">
      <pc:chgData name="Travis Dagostino" userId="S::dagostino_travis@students.columbusstate.edu::c115dd78-0955-468d-bf15-f32aff185699" providerId="AD" clId="Web-{06BFFD2D-76DA-41FE-B976-2D411BFBD83A}" dt="2025-11-26T03:43:32.753" v="1"/>
      <pc:docMkLst>
        <pc:docMk/>
      </pc:docMkLst>
      <pc:sldChg chg="add del">
        <pc:chgData name="Travis Dagostino" userId="S::dagostino_travis@students.columbusstate.edu::c115dd78-0955-468d-bf15-f32aff185699" providerId="AD" clId="Web-{06BFFD2D-76DA-41FE-B976-2D411BFBD83A}" dt="2025-11-26T03:43:32.753" v="1"/>
        <pc:sldMkLst>
          <pc:docMk/>
          <pc:sldMk cId="0" sldId="263"/>
        </pc:sldMkLst>
      </pc:sldChg>
    </pc:docChg>
  </pc:docChgLst>
  <pc:docChgLst>
    <pc:chgData name="Kelly Payne [STUDENT]" userId="S::lovett_kelly@students.columbusstate.edu::f32367c6-d808-48bf-b43b-465b678f7016" providerId="AD" clId="Web-{FA19CDB0-A799-8F4B-2400-034D4D09DCFE}"/>
    <pc:docChg chg="modSld">
      <pc:chgData name="Kelly Payne [STUDENT]" userId="S::lovett_kelly@students.columbusstate.edu::f32367c6-d808-48bf-b43b-465b678f7016" providerId="AD" clId="Web-{FA19CDB0-A799-8F4B-2400-034D4D09DCFE}" dt="2025-11-24T15:42:30.275" v="136" actId="20577"/>
      <pc:docMkLst>
        <pc:docMk/>
      </pc:docMkLst>
      <pc:sldChg chg="modSp">
        <pc:chgData name="Kelly Payne [STUDENT]" userId="S::lovett_kelly@students.columbusstate.edu::f32367c6-d808-48bf-b43b-465b678f7016" providerId="AD" clId="Web-{FA19CDB0-A799-8F4B-2400-034D4D09DCFE}" dt="2025-11-24T15:42:30.275" v="136" actId="20577"/>
        <pc:sldMkLst>
          <pc:docMk/>
          <pc:sldMk cId="0" sldId="262"/>
        </pc:sldMkLst>
        <pc:spChg chg="mod">
          <ac:chgData name="Kelly Payne [STUDENT]" userId="S::lovett_kelly@students.columbusstate.edu::f32367c6-d808-48bf-b43b-465b678f7016" providerId="AD" clId="Web-{FA19CDB0-A799-8F4B-2400-034D4D09DCFE}" dt="2025-11-24T15:36:24.325" v="96" actId="20577"/>
          <ac:spMkLst>
            <pc:docMk/>
            <pc:sldMk cId="0" sldId="262"/>
            <ac:spMk id="590" creationId="{00000000-0000-0000-0000-000000000000}"/>
          </ac:spMkLst>
        </pc:spChg>
        <pc:spChg chg="mod">
          <ac:chgData name="Kelly Payne [STUDENT]" userId="S::lovett_kelly@students.columbusstate.edu::f32367c6-d808-48bf-b43b-465b678f7016" providerId="AD" clId="Web-{FA19CDB0-A799-8F4B-2400-034D4D09DCFE}" dt="2025-11-24T15:16:39.925" v="3" actId="20577"/>
          <ac:spMkLst>
            <pc:docMk/>
            <pc:sldMk cId="0" sldId="262"/>
            <ac:spMk id="591" creationId="{00000000-0000-0000-0000-000000000000}"/>
          </ac:spMkLst>
        </pc:spChg>
        <pc:spChg chg="mod">
          <ac:chgData name="Kelly Payne [STUDENT]" userId="S::lovett_kelly@students.columbusstate.edu::f32367c6-d808-48bf-b43b-465b678f7016" providerId="AD" clId="Web-{FA19CDB0-A799-8F4B-2400-034D4D09DCFE}" dt="2025-11-24T15:42:30.275" v="136" actId="20577"/>
          <ac:spMkLst>
            <pc:docMk/>
            <pc:sldMk cId="0" sldId="262"/>
            <ac:spMk id="592" creationId="{00000000-0000-0000-0000-000000000000}"/>
          </ac:spMkLst>
        </pc:spChg>
      </pc:sldChg>
    </pc:docChg>
  </pc:docChgLst>
  <pc:docChgLst>
    <pc:chgData name="Kelly Payne [STUDENT]" userId="S::lovett_kelly@students.columbusstate.edu::f32367c6-d808-48bf-b43b-465b678f7016" providerId="AD" clId="Web-{4F13FE7F-4317-EEC3-A44B-C2D4B6D0C8D1}"/>
    <pc:docChg chg="modSld">
      <pc:chgData name="Kelly Payne [STUDENT]" userId="S::lovett_kelly@students.columbusstate.edu::f32367c6-d808-48bf-b43b-465b678f7016" providerId="AD" clId="Web-{4F13FE7F-4317-EEC3-A44B-C2D4B6D0C8D1}" dt="2025-11-24T14:41:16.200" v="76" actId="1076"/>
      <pc:docMkLst>
        <pc:docMk/>
      </pc:docMkLst>
      <pc:sldChg chg="addSp delSp modSp">
        <pc:chgData name="Kelly Payne [STUDENT]" userId="S::lovett_kelly@students.columbusstate.edu::f32367c6-d808-48bf-b43b-465b678f7016" providerId="AD" clId="Web-{4F13FE7F-4317-EEC3-A44B-C2D4B6D0C8D1}" dt="2025-11-24T14:41:16.200" v="76" actId="1076"/>
        <pc:sldMkLst>
          <pc:docMk/>
          <pc:sldMk cId="0" sldId="262"/>
        </pc:sldMkLst>
        <pc:spChg chg="add mod">
          <ac:chgData name="Kelly Payne [STUDENT]" userId="S::lovett_kelly@students.columbusstate.edu::f32367c6-d808-48bf-b43b-465b678f7016" providerId="AD" clId="Web-{4F13FE7F-4317-EEC3-A44B-C2D4B6D0C8D1}" dt="2025-11-24T14:36:14.525" v="18" actId="1076"/>
          <ac:spMkLst>
            <pc:docMk/>
            <pc:sldMk cId="0" sldId="262"/>
            <ac:spMk id="2" creationId="{CD0E25AE-E7FE-3F58-7793-F265EFE3F6CC}"/>
          </ac:spMkLst>
        </pc:spChg>
        <pc:spChg chg="add mod">
          <ac:chgData name="Kelly Payne [STUDENT]" userId="S::lovett_kelly@students.columbusstate.edu::f32367c6-d808-48bf-b43b-465b678f7016" providerId="AD" clId="Web-{4F13FE7F-4317-EEC3-A44B-C2D4B6D0C8D1}" dt="2025-11-24T14:40:43.263" v="73" actId="1076"/>
          <ac:spMkLst>
            <pc:docMk/>
            <pc:sldMk cId="0" sldId="262"/>
            <ac:spMk id="5" creationId="{D20DE78A-539A-A3D9-7E71-EDD5F3D64909}"/>
          </ac:spMkLst>
        </pc:spChg>
        <pc:spChg chg="add mod">
          <ac:chgData name="Kelly Payne [STUDENT]" userId="S::lovett_kelly@students.columbusstate.edu::f32367c6-d808-48bf-b43b-465b678f7016" providerId="AD" clId="Web-{4F13FE7F-4317-EEC3-A44B-C2D4B6D0C8D1}" dt="2025-11-24T14:41:16.200" v="76" actId="1076"/>
          <ac:spMkLst>
            <pc:docMk/>
            <pc:sldMk cId="0" sldId="262"/>
            <ac:spMk id="6" creationId="{F1DA9C41-AEBF-8742-03D7-F6CF84E8B788}"/>
          </ac:spMkLst>
        </pc:spChg>
        <pc:spChg chg="mod">
          <ac:chgData name="Kelly Payne [STUDENT]" userId="S::lovett_kelly@students.columbusstate.edu::f32367c6-d808-48bf-b43b-465b678f7016" providerId="AD" clId="Web-{4F13FE7F-4317-EEC3-A44B-C2D4B6D0C8D1}" dt="2025-11-24T14:33:28.209" v="16" actId="20577"/>
          <ac:spMkLst>
            <pc:docMk/>
            <pc:sldMk cId="0" sldId="262"/>
            <ac:spMk id="58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8fa03665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a8fa03665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a8fa03665e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a8fa03665e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8fa03665e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a8fa03665e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8fa03665e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a8fa03665e_0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8fa03665e_0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a8fa03665e_0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a8fa03665e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a8fa03665e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a8fa03665e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a8fa03665e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a8fa03665e_0_6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a8fa03665e_0_6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3780304" y="889050"/>
            <a:ext cx="4446900" cy="18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7200"/>
              <a:buFont typeface="Nanum Myeongjo"/>
              <a:buNone/>
              <a:defRPr sz="7200"/>
            </a:lvl1pPr>
            <a:lvl2pPr lvl="1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title" idx="3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sz="14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3829943" y="4016050"/>
            <a:ext cx="1309200" cy="9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4"/>
          </p:nvPr>
        </p:nvSpPr>
        <p:spPr>
          <a:xfrm>
            <a:off x="5258968" y="4016050"/>
            <a:ext cx="1309200" cy="9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>
            <a:endParaRPr/>
          </a:p>
        </p:txBody>
      </p:sp>
      <p:sp>
        <p:nvSpPr>
          <p:cNvPr id="59" name="Google Shape;59;p14"/>
          <p:cNvSpPr>
            <a:spLocks noGrp="1"/>
          </p:cNvSpPr>
          <p:nvPr>
            <p:ph type="pic" idx="5"/>
          </p:nvPr>
        </p:nvSpPr>
        <p:spPr>
          <a:xfrm>
            <a:off x="228600" y="223475"/>
            <a:ext cx="2857200" cy="2348100"/>
          </a:xfrm>
          <a:prstGeom prst="round2SameRect">
            <a:avLst>
              <a:gd name="adj1" fmla="val 4621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Google Shape;60;p14"/>
          <p:cNvSpPr>
            <a:spLocks noGrp="1"/>
          </p:cNvSpPr>
          <p:nvPr>
            <p:ph type="pic" idx="6"/>
          </p:nvPr>
        </p:nvSpPr>
        <p:spPr>
          <a:xfrm rot="10800000">
            <a:off x="228600" y="2564446"/>
            <a:ext cx="2857200" cy="2348100"/>
          </a:xfrm>
          <a:prstGeom prst="round2SameRect">
            <a:avLst>
              <a:gd name="adj1" fmla="val 5506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List of 4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948175" y="797675"/>
            <a:ext cx="2852100" cy="26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title" idx="2"/>
          </p:nvPr>
        </p:nvSpPr>
        <p:spPr>
          <a:xfrm>
            <a:off x="4469650" y="936450"/>
            <a:ext cx="4440300" cy="81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title" idx="3"/>
          </p:nvPr>
        </p:nvSpPr>
        <p:spPr>
          <a:xfrm>
            <a:off x="4469650" y="1754050"/>
            <a:ext cx="4440300" cy="81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title" idx="4"/>
          </p:nvPr>
        </p:nvSpPr>
        <p:spPr>
          <a:xfrm>
            <a:off x="4469650" y="2574700"/>
            <a:ext cx="4440300" cy="81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 idx="5"/>
          </p:nvPr>
        </p:nvSpPr>
        <p:spPr>
          <a:xfrm>
            <a:off x="4454025" y="3395350"/>
            <a:ext cx="4453200" cy="81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6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/ Divider Purple">
  <p:cSld name="CUSTOM">
    <p:bg>
      <p:bgPr>
        <a:solidFill>
          <a:schemeClr val="lt2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ubTitle" idx="1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" name="Google Shape;72;p16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/ Divider Green">
  <p:cSld name="CUSTOM_5">
    <p:bg>
      <p:bgPr>
        <a:solidFill>
          <a:schemeClr val="accen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/ Divider Teal">
  <p:cSld name="CUSTOM_5_1">
    <p:bg>
      <p:bgPr>
        <a:solidFill>
          <a:schemeClr val="accent2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subTitle" idx="1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/ Divider Blue">
  <p:cSld name="CUSTOM_5_1_1">
    <p:bg>
      <p:bgPr>
        <a:solidFill>
          <a:schemeClr val="accent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subTitle" idx="1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ll Quote">
  <p:cSld name="CUSTOM_1"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20"/>
          <p:cNvSpPr txBox="1">
            <a:spLocks noGrp="1"/>
          </p:cNvSpPr>
          <p:nvPr>
            <p:ph type="subTitle" idx="1"/>
          </p:nvPr>
        </p:nvSpPr>
        <p:spPr>
          <a:xfrm>
            <a:off x="4627750" y="1204950"/>
            <a:ext cx="24897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body" idx="3"/>
          </p:nvPr>
        </p:nvSpPr>
        <p:spPr>
          <a:xfrm>
            <a:off x="4627750" y="1592350"/>
            <a:ext cx="2539200" cy="16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92" name="Google Shape;92;p20"/>
          <p:cNvSpPr>
            <a:spLocks noGrp="1"/>
          </p:cNvSpPr>
          <p:nvPr>
            <p:ph type="pic" idx="4"/>
          </p:nvPr>
        </p:nvSpPr>
        <p:spPr>
          <a:xfrm rot="-5400000">
            <a:off x="1529325" y="1257825"/>
            <a:ext cx="3114600" cy="2619600"/>
          </a:xfrm>
          <a:prstGeom prst="round2SameRect">
            <a:avLst>
              <a:gd name="adj1" fmla="val 3848"/>
              <a:gd name="adj2" fmla="val 0"/>
            </a:avLst>
          </a:prstGeom>
          <a:noFill/>
          <a:ln>
            <a:noFill/>
          </a:ln>
        </p:spPr>
      </p:sp>
      <p:sp>
        <p:nvSpPr>
          <p:cNvPr id="93" name="Google Shape;93;p20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36">
          <p15:clr>
            <a:srgbClr val="E46962"/>
          </p15:clr>
        </p15:guide>
        <p15:guide id="2" orient="horz" pos="2604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Page Image">
  <p:cSld name="CUSTOM_2">
    <p:bg>
      <p:bgPr>
        <a:solidFill>
          <a:schemeClr val="l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>
            <a:spLocks noGrp="1"/>
          </p:cNvSpPr>
          <p:nvPr>
            <p:ph type="pic" idx="2"/>
          </p:nvPr>
        </p:nvSpPr>
        <p:spPr>
          <a:xfrm>
            <a:off x="120000" y="114300"/>
            <a:ext cx="8904000" cy="4914900"/>
          </a:xfrm>
          <a:prstGeom prst="roundRect">
            <a:avLst>
              <a:gd name="adj" fmla="val 213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 + Content">
  <p:cSld name="CUSTOM_3"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>
            <a:spLocks noGrp="1"/>
          </p:cNvSpPr>
          <p:nvPr>
            <p:ph type="body" idx="1"/>
          </p:nvPr>
        </p:nvSpPr>
        <p:spPr>
          <a:xfrm>
            <a:off x="5235220" y="2573350"/>
            <a:ext cx="3798300" cy="19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body" idx="2"/>
          </p:nvPr>
        </p:nvSpPr>
        <p:spPr>
          <a:xfrm>
            <a:off x="5235220" y="750863"/>
            <a:ext cx="3729900" cy="16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5257467" y="327150"/>
            <a:ext cx="274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sz="14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1" name="Google Shape;101;p22"/>
          <p:cNvSpPr txBox="1">
            <a:spLocks noGrp="1"/>
          </p:cNvSpPr>
          <p:nvPr>
            <p:ph type="title" idx="4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>
            <a:spLocks noGrp="1"/>
          </p:cNvSpPr>
          <p:nvPr>
            <p:ph type="pic" idx="5"/>
          </p:nvPr>
        </p:nvSpPr>
        <p:spPr>
          <a:xfrm rot="10800000">
            <a:off x="228600" y="2561290"/>
            <a:ext cx="2262600" cy="2348400"/>
          </a:xfrm>
          <a:prstGeom prst="round1Rect">
            <a:avLst>
              <a:gd name="adj" fmla="val 4873"/>
            </a:avLst>
          </a:prstGeom>
          <a:noFill/>
          <a:ln>
            <a:noFill/>
          </a:ln>
        </p:spPr>
      </p:sp>
      <p:sp>
        <p:nvSpPr>
          <p:cNvPr id="103" name="Google Shape;103;p22"/>
          <p:cNvSpPr>
            <a:spLocks noGrp="1"/>
          </p:cNvSpPr>
          <p:nvPr>
            <p:ph type="pic" idx="6"/>
          </p:nvPr>
        </p:nvSpPr>
        <p:spPr>
          <a:xfrm>
            <a:off x="2486554" y="223525"/>
            <a:ext cx="2262600" cy="2348400"/>
          </a:xfrm>
          <a:prstGeom prst="round1Rect">
            <a:avLst>
              <a:gd name="adj" fmla="val 4873"/>
            </a:avLst>
          </a:prstGeom>
          <a:noFill/>
          <a:ln>
            <a:noFill/>
          </a:ln>
        </p:spPr>
      </p:sp>
      <p:sp>
        <p:nvSpPr>
          <p:cNvPr id="104" name="Google Shape;104;p22"/>
          <p:cNvSpPr>
            <a:spLocks noGrp="1"/>
          </p:cNvSpPr>
          <p:nvPr>
            <p:ph type="pic" idx="7"/>
          </p:nvPr>
        </p:nvSpPr>
        <p:spPr>
          <a:xfrm rot="10800000" flipH="1">
            <a:off x="2486554" y="2561290"/>
            <a:ext cx="2262600" cy="2348400"/>
          </a:xfrm>
          <a:prstGeom prst="round1Rect">
            <a:avLst>
              <a:gd name="adj" fmla="val 4873"/>
            </a:avLst>
          </a:prstGeom>
          <a:noFill/>
          <a:ln>
            <a:noFill/>
          </a:ln>
        </p:spPr>
      </p:sp>
      <p:sp>
        <p:nvSpPr>
          <p:cNvPr id="105" name="Google Shape;105;p22"/>
          <p:cNvSpPr>
            <a:spLocks noGrp="1"/>
          </p:cNvSpPr>
          <p:nvPr>
            <p:ph type="pic" idx="8"/>
          </p:nvPr>
        </p:nvSpPr>
        <p:spPr>
          <a:xfrm flipH="1">
            <a:off x="228600" y="224575"/>
            <a:ext cx="2262600" cy="2348400"/>
          </a:xfrm>
          <a:prstGeom prst="round1Rect">
            <a:avLst>
              <a:gd name="adj" fmla="val 4873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allery">
  <p:cSld name="CUSTOM_3_1">
    <p:bg>
      <p:bgPr>
        <a:solidFill>
          <a:schemeClr val="lt2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>
            <a:spLocks noGrp="1"/>
          </p:cNvSpPr>
          <p:nvPr>
            <p:ph type="pic" idx="2"/>
          </p:nvPr>
        </p:nvSpPr>
        <p:spPr>
          <a:xfrm>
            <a:off x="114275" y="114300"/>
            <a:ext cx="2919900" cy="2424300"/>
          </a:xfrm>
          <a:prstGeom prst="roundRect">
            <a:avLst>
              <a:gd name="adj" fmla="val 2134"/>
            </a:avLst>
          </a:prstGeom>
          <a:noFill/>
          <a:ln>
            <a:noFill/>
          </a:ln>
        </p:spPr>
      </p:sp>
      <p:sp>
        <p:nvSpPr>
          <p:cNvPr id="108" name="Google Shape;108;p23"/>
          <p:cNvSpPr>
            <a:spLocks noGrp="1"/>
          </p:cNvSpPr>
          <p:nvPr>
            <p:ph type="pic" idx="3"/>
          </p:nvPr>
        </p:nvSpPr>
        <p:spPr>
          <a:xfrm>
            <a:off x="3117080" y="114300"/>
            <a:ext cx="2919900" cy="2424300"/>
          </a:xfrm>
          <a:prstGeom prst="roundRect">
            <a:avLst>
              <a:gd name="adj" fmla="val 2134"/>
            </a:avLst>
          </a:prstGeom>
          <a:noFill/>
          <a:ln>
            <a:noFill/>
          </a:ln>
        </p:spPr>
      </p:sp>
      <p:sp>
        <p:nvSpPr>
          <p:cNvPr id="109" name="Google Shape;109;p23"/>
          <p:cNvSpPr>
            <a:spLocks noGrp="1"/>
          </p:cNvSpPr>
          <p:nvPr>
            <p:ph type="pic" idx="4"/>
          </p:nvPr>
        </p:nvSpPr>
        <p:spPr>
          <a:xfrm>
            <a:off x="114275" y="2604796"/>
            <a:ext cx="2919900" cy="2424300"/>
          </a:xfrm>
          <a:prstGeom prst="roundRect">
            <a:avLst>
              <a:gd name="adj" fmla="val 2134"/>
            </a:avLst>
          </a:prstGeom>
          <a:noFill/>
          <a:ln>
            <a:noFill/>
          </a:ln>
        </p:spPr>
      </p:sp>
      <p:sp>
        <p:nvSpPr>
          <p:cNvPr id="110" name="Google Shape;110;p23"/>
          <p:cNvSpPr>
            <a:spLocks noGrp="1"/>
          </p:cNvSpPr>
          <p:nvPr>
            <p:ph type="pic" idx="5"/>
          </p:nvPr>
        </p:nvSpPr>
        <p:spPr>
          <a:xfrm>
            <a:off x="3117080" y="2604796"/>
            <a:ext cx="2919900" cy="2424300"/>
          </a:xfrm>
          <a:prstGeom prst="roundRect">
            <a:avLst>
              <a:gd name="adj" fmla="val 2134"/>
            </a:avLst>
          </a:prstGeom>
          <a:noFill/>
          <a:ln>
            <a:noFill/>
          </a:ln>
        </p:spPr>
      </p:sp>
      <p:sp>
        <p:nvSpPr>
          <p:cNvPr id="111" name="Google Shape;111;p23"/>
          <p:cNvSpPr>
            <a:spLocks noGrp="1"/>
          </p:cNvSpPr>
          <p:nvPr>
            <p:ph type="pic" idx="6"/>
          </p:nvPr>
        </p:nvSpPr>
        <p:spPr>
          <a:xfrm>
            <a:off x="6109898" y="114300"/>
            <a:ext cx="2919900" cy="2424300"/>
          </a:xfrm>
          <a:prstGeom prst="roundRect">
            <a:avLst>
              <a:gd name="adj" fmla="val 2134"/>
            </a:avLst>
          </a:prstGeom>
          <a:noFill/>
          <a:ln>
            <a:noFill/>
          </a:ln>
        </p:spPr>
      </p:sp>
      <p:sp>
        <p:nvSpPr>
          <p:cNvPr id="112" name="Google Shape;112;p23"/>
          <p:cNvSpPr>
            <a:spLocks noGrp="1"/>
          </p:cNvSpPr>
          <p:nvPr>
            <p:ph type="pic" idx="7"/>
          </p:nvPr>
        </p:nvSpPr>
        <p:spPr>
          <a:xfrm>
            <a:off x="6109898" y="2604796"/>
            <a:ext cx="2919900" cy="2424300"/>
          </a:xfrm>
          <a:prstGeom prst="roundRect">
            <a:avLst>
              <a:gd name="adj" fmla="val 213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Text">
  <p:cSld name="CUSTOM_4"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>
            <a:spLocks noGrp="1"/>
          </p:cNvSpPr>
          <p:nvPr>
            <p:ph type="body" idx="1"/>
          </p:nvPr>
        </p:nvSpPr>
        <p:spPr>
          <a:xfrm>
            <a:off x="970234" y="770775"/>
            <a:ext cx="3729900" cy="161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sz="14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body" idx="2"/>
          </p:nvPr>
        </p:nvSpPr>
        <p:spPr>
          <a:xfrm>
            <a:off x="5235225" y="824225"/>
            <a:ext cx="3321600" cy="34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24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Google Shape;118;p24"/>
          <p:cNvSpPr txBox="1">
            <a:spLocks noGrp="1"/>
          </p:cNvSpPr>
          <p:nvPr>
            <p:ph type="title" idx="4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">
  <p:cSld name="CUSTOM_4_1"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>
            <a:spLocks noGrp="1"/>
          </p:cNvSpPr>
          <p:nvPr>
            <p:ph type="body" idx="1"/>
          </p:nvPr>
        </p:nvSpPr>
        <p:spPr>
          <a:xfrm>
            <a:off x="949503" y="770775"/>
            <a:ext cx="7171500" cy="16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sz="14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body" idx="2"/>
          </p:nvPr>
        </p:nvSpPr>
        <p:spPr>
          <a:xfrm>
            <a:off x="961716" y="2599900"/>
            <a:ext cx="7145100" cy="18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25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25"/>
          <p:cNvSpPr txBox="1">
            <a:spLocks noGrp="1"/>
          </p:cNvSpPr>
          <p:nvPr>
            <p:ph type="title" idx="4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Problem">
  <p:cSld name="CUSTOM_6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26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6"/>
          <p:cNvSpPr txBox="1">
            <a:spLocks noGrp="1"/>
          </p:cNvSpPr>
          <p:nvPr>
            <p:ph type="subTitle" idx="1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 b="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title" idx="3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sz="14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title" idx="4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atures &amp; Benefits">
  <p:cSld name="CUSTOM_7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>
            <a:spLocks noGrp="1"/>
          </p:cNvSpPr>
          <p:nvPr>
            <p:ph type="subTitle" idx="1"/>
          </p:nvPr>
        </p:nvSpPr>
        <p:spPr>
          <a:xfrm>
            <a:off x="-394525" y="762900"/>
            <a:ext cx="29583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subTitle" idx="2"/>
          </p:nvPr>
        </p:nvSpPr>
        <p:spPr>
          <a:xfrm>
            <a:off x="7780000" y="762900"/>
            <a:ext cx="19617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subTitle" idx="3"/>
          </p:nvPr>
        </p:nvSpPr>
        <p:spPr>
          <a:xfrm>
            <a:off x="-867225" y="1991550"/>
            <a:ext cx="20115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subTitle" idx="4"/>
          </p:nvPr>
        </p:nvSpPr>
        <p:spPr>
          <a:xfrm>
            <a:off x="1384800" y="1991550"/>
            <a:ext cx="19617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136" name="Google Shape;136;p27"/>
          <p:cNvSpPr txBox="1">
            <a:spLocks noGrp="1"/>
          </p:cNvSpPr>
          <p:nvPr>
            <p:ph type="subTitle" idx="5"/>
          </p:nvPr>
        </p:nvSpPr>
        <p:spPr>
          <a:xfrm>
            <a:off x="3556975" y="1991550"/>
            <a:ext cx="44034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9pPr>
          </a:lstStyle>
          <a:p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subTitle" idx="6"/>
          </p:nvPr>
        </p:nvSpPr>
        <p:spPr>
          <a:xfrm>
            <a:off x="8207225" y="1991550"/>
            <a:ext cx="22164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subTitle" idx="7"/>
          </p:nvPr>
        </p:nvSpPr>
        <p:spPr>
          <a:xfrm>
            <a:off x="307950" y="3220200"/>
            <a:ext cx="38076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subTitle" idx="8"/>
          </p:nvPr>
        </p:nvSpPr>
        <p:spPr>
          <a:xfrm>
            <a:off x="4367925" y="3220200"/>
            <a:ext cx="21210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subTitle" idx="9"/>
          </p:nvPr>
        </p:nvSpPr>
        <p:spPr>
          <a:xfrm>
            <a:off x="6718750" y="3220200"/>
            <a:ext cx="23832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subTitle" idx="13"/>
          </p:nvPr>
        </p:nvSpPr>
        <p:spPr>
          <a:xfrm>
            <a:off x="2793625" y="762900"/>
            <a:ext cx="21435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subTitle" idx="14"/>
          </p:nvPr>
        </p:nvSpPr>
        <p:spPr>
          <a:xfrm>
            <a:off x="5151963" y="762900"/>
            <a:ext cx="2413200" cy="11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>
            <a:spLocks noGrp="1"/>
          </p:cNvSpPr>
          <p:nvPr>
            <p:ph type="pic" idx="15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e Graph">
  <p:cSld name="CUSTOM_8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>
            <a:spLocks noGrp="1"/>
          </p:cNvSpPr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sz="14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28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8" name="Google Shape;148;p28"/>
          <p:cNvSpPr txBox="1">
            <a:spLocks noGrp="1"/>
          </p:cNvSpPr>
          <p:nvPr>
            <p:ph type="subTitle" idx="1"/>
          </p:nvPr>
        </p:nvSpPr>
        <p:spPr>
          <a:xfrm>
            <a:off x="3831000" y="327150"/>
            <a:ext cx="4500300" cy="12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e Graph">
  <p:cSld name="CUSTOM_8_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subTitle" idx="1"/>
          </p:nvPr>
        </p:nvSpPr>
        <p:spPr>
          <a:xfrm>
            <a:off x="955475" y="1615450"/>
            <a:ext cx="3291600" cy="28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sz="14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29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4" name="Google Shape;154;p29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Solution">
  <p:cSld name="CUSTOM_9">
    <p:bg>
      <p:bgPr>
        <a:solidFill>
          <a:schemeClr val="accen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name="adj" fmla="val 261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subTitle" idx="1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 b="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title" idx="2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0"/>
          <p:cNvSpPr>
            <a:spLocks noGrp="1"/>
          </p:cNvSpPr>
          <p:nvPr>
            <p:ph type="pic" idx="4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y It Works">
  <p:cSld name="CUSTOM_9_1">
    <p:bg>
      <p:bgPr>
        <a:solidFill>
          <a:schemeClr val="accen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name="adj" fmla="val 261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1"/>
          <p:cNvSpPr>
            <a:spLocks noGrp="1"/>
          </p:cNvSpPr>
          <p:nvPr>
            <p:ph type="pic" idx="2"/>
          </p:nvPr>
        </p:nvSpPr>
        <p:spPr>
          <a:xfrm rot="-5400000">
            <a:off x="-113050" y="322725"/>
            <a:ext cx="4911300" cy="4450500"/>
          </a:xfrm>
          <a:prstGeom prst="round2SameRect">
            <a:avLst>
              <a:gd name="adj1" fmla="val 2860"/>
              <a:gd name="adj2" fmla="val 0"/>
            </a:avLst>
          </a:prstGeom>
          <a:noFill/>
          <a:ln>
            <a:noFill/>
          </a:ln>
        </p:spPr>
      </p:sp>
      <p:sp>
        <p:nvSpPr>
          <p:cNvPr id="165" name="Google Shape;165;p31"/>
          <p:cNvSpPr txBox="1">
            <a:spLocks noGrp="1"/>
          </p:cNvSpPr>
          <p:nvPr>
            <p:ph type="body" idx="1"/>
          </p:nvPr>
        </p:nvSpPr>
        <p:spPr>
          <a:xfrm>
            <a:off x="5364025" y="704025"/>
            <a:ext cx="3437700" cy="3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31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1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Audience Venn Diagram">
  <p:cSld name="CUSTOM_10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2"/>
          <p:cNvSpPr txBox="1">
            <a:spLocks noGrp="1"/>
          </p:cNvSpPr>
          <p:nvPr>
            <p:ph type="title" idx="2"/>
          </p:nvPr>
        </p:nvSpPr>
        <p:spPr>
          <a:xfrm>
            <a:off x="956150" y="39420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71" name="Google Shape;171;p32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of 3 Concepts">
  <p:cSld name="CUSTOM_11">
    <p:bg>
      <p:bgPr>
        <a:solidFill>
          <a:schemeClr val="accent2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name="adj" fmla="val 261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3"/>
          <p:cNvSpPr txBox="1">
            <a:spLocks noGrp="1"/>
          </p:cNvSpPr>
          <p:nvPr>
            <p:ph type="title"/>
          </p:nvPr>
        </p:nvSpPr>
        <p:spPr>
          <a:xfrm>
            <a:off x="941780" y="715125"/>
            <a:ext cx="7860000" cy="8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75" name="Google Shape;175;p33"/>
          <p:cNvSpPr txBox="1">
            <a:spLocks noGrp="1"/>
          </p:cNvSpPr>
          <p:nvPr>
            <p:ph type="body" idx="1"/>
          </p:nvPr>
        </p:nvSpPr>
        <p:spPr>
          <a:xfrm>
            <a:off x="1188971" y="2402817"/>
            <a:ext cx="1893300" cy="16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33"/>
          <p:cNvSpPr txBox="1">
            <a:spLocks noGrp="1"/>
          </p:cNvSpPr>
          <p:nvPr>
            <p:ph type="body" idx="2"/>
          </p:nvPr>
        </p:nvSpPr>
        <p:spPr>
          <a:xfrm>
            <a:off x="3628515" y="2402817"/>
            <a:ext cx="1893300" cy="16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33"/>
          <p:cNvSpPr txBox="1">
            <a:spLocks noGrp="1"/>
          </p:cNvSpPr>
          <p:nvPr>
            <p:ph type="subTitle" idx="3"/>
          </p:nvPr>
        </p:nvSpPr>
        <p:spPr>
          <a:xfrm>
            <a:off x="1078092" y="1852966"/>
            <a:ext cx="2125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33"/>
          <p:cNvSpPr txBox="1">
            <a:spLocks noGrp="1"/>
          </p:cNvSpPr>
          <p:nvPr>
            <p:ph type="subTitle" idx="4"/>
          </p:nvPr>
        </p:nvSpPr>
        <p:spPr>
          <a:xfrm>
            <a:off x="3524146" y="1852966"/>
            <a:ext cx="2125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33"/>
          <p:cNvSpPr txBox="1">
            <a:spLocks noGrp="1"/>
          </p:cNvSpPr>
          <p:nvPr>
            <p:ph type="subTitle" idx="5"/>
          </p:nvPr>
        </p:nvSpPr>
        <p:spPr>
          <a:xfrm>
            <a:off x="5970200" y="1852966"/>
            <a:ext cx="2125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33"/>
          <p:cNvSpPr txBox="1">
            <a:spLocks noGrp="1"/>
          </p:cNvSpPr>
          <p:nvPr>
            <p:ph type="body" idx="6"/>
          </p:nvPr>
        </p:nvSpPr>
        <p:spPr>
          <a:xfrm>
            <a:off x="6068972" y="2402817"/>
            <a:ext cx="1893300" cy="16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33"/>
          <p:cNvSpPr>
            <a:spLocks noGrp="1"/>
          </p:cNvSpPr>
          <p:nvPr>
            <p:ph type="pic" idx="7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of 6 Concepts">
  <p:cSld name="CUSTOM_11_1">
    <p:bg>
      <p:bgPr>
        <a:solidFill>
          <a:schemeClr val="accent2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name="adj" fmla="val 261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4"/>
          <p:cNvSpPr txBox="1">
            <a:spLocks noGrp="1"/>
          </p:cNvSpPr>
          <p:nvPr>
            <p:ph type="subTitle" idx="1"/>
          </p:nvPr>
        </p:nvSpPr>
        <p:spPr>
          <a:xfrm>
            <a:off x="1062065" y="917207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34"/>
          <p:cNvSpPr txBox="1">
            <a:spLocks noGrp="1"/>
          </p:cNvSpPr>
          <p:nvPr>
            <p:ph type="subTitle" idx="2"/>
          </p:nvPr>
        </p:nvSpPr>
        <p:spPr>
          <a:xfrm>
            <a:off x="3507690" y="917207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6" name="Google Shape;186;p34"/>
          <p:cNvSpPr txBox="1">
            <a:spLocks noGrp="1"/>
          </p:cNvSpPr>
          <p:nvPr>
            <p:ph type="subTitle" idx="3"/>
          </p:nvPr>
        </p:nvSpPr>
        <p:spPr>
          <a:xfrm>
            <a:off x="5956640" y="917207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34"/>
          <p:cNvSpPr txBox="1">
            <a:spLocks noGrp="1"/>
          </p:cNvSpPr>
          <p:nvPr>
            <p:ph type="body" idx="4"/>
          </p:nvPr>
        </p:nvSpPr>
        <p:spPr>
          <a:xfrm>
            <a:off x="1172475" y="1372575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34"/>
          <p:cNvSpPr txBox="1">
            <a:spLocks noGrp="1"/>
          </p:cNvSpPr>
          <p:nvPr>
            <p:ph type="body" idx="5"/>
          </p:nvPr>
        </p:nvSpPr>
        <p:spPr>
          <a:xfrm>
            <a:off x="3618100" y="1372575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4"/>
          <p:cNvSpPr txBox="1">
            <a:spLocks noGrp="1"/>
          </p:cNvSpPr>
          <p:nvPr>
            <p:ph type="body" idx="6"/>
          </p:nvPr>
        </p:nvSpPr>
        <p:spPr>
          <a:xfrm>
            <a:off x="6067050" y="1372575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34"/>
          <p:cNvSpPr txBox="1">
            <a:spLocks noGrp="1"/>
          </p:cNvSpPr>
          <p:nvPr>
            <p:ph type="subTitle" idx="7"/>
          </p:nvPr>
        </p:nvSpPr>
        <p:spPr>
          <a:xfrm>
            <a:off x="5956640" y="2552219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34"/>
          <p:cNvSpPr txBox="1">
            <a:spLocks noGrp="1"/>
          </p:cNvSpPr>
          <p:nvPr>
            <p:ph type="body" idx="8"/>
          </p:nvPr>
        </p:nvSpPr>
        <p:spPr>
          <a:xfrm>
            <a:off x="3618088" y="3007588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34"/>
          <p:cNvSpPr txBox="1">
            <a:spLocks noGrp="1"/>
          </p:cNvSpPr>
          <p:nvPr>
            <p:ph type="subTitle" idx="9"/>
          </p:nvPr>
        </p:nvSpPr>
        <p:spPr>
          <a:xfrm>
            <a:off x="3508752" y="2552219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34"/>
          <p:cNvSpPr txBox="1">
            <a:spLocks noGrp="1"/>
          </p:cNvSpPr>
          <p:nvPr>
            <p:ph type="body" idx="13"/>
          </p:nvPr>
        </p:nvSpPr>
        <p:spPr>
          <a:xfrm>
            <a:off x="1171275" y="3007588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34"/>
          <p:cNvSpPr txBox="1">
            <a:spLocks noGrp="1"/>
          </p:cNvSpPr>
          <p:nvPr>
            <p:ph type="subTitle" idx="14"/>
          </p:nvPr>
        </p:nvSpPr>
        <p:spPr>
          <a:xfrm>
            <a:off x="1060865" y="2552219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34"/>
          <p:cNvSpPr txBox="1">
            <a:spLocks noGrp="1"/>
          </p:cNvSpPr>
          <p:nvPr>
            <p:ph type="body" idx="15"/>
          </p:nvPr>
        </p:nvSpPr>
        <p:spPr>
          <a:xfrm>
            <a:off x="6067050" y="3007588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34"/>
          <p:cNvSpPr txBox="1">
            <a:spLocks noGrp="1"/>
          </p:cNvSpPr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34"/>
          <p:cNvSpPr>
            <a:spLocks noGrp="1"/>
          </p:cNvSpPr>
          <p:nvPr>
            <p:ph type="pic" idx="16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Size Graph">
  <p:cSld name="CUSTOM_12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>
            <a:spLocks noGrp="1"/>
          </p:cNvSpPr>
          <p:nvPr>
            <p:ph type="subTitle" idx="1"/>
          </p:nvPr>
        </p:nvSpPr>
        <p:spPr>
          <a:xfrm>
            <a:off x="960850" y="3191652"/>
            <a:ext cx="4082700" cy="15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5"/>
          <p:cNvSpPr txBox="1">
            <a:spLocks noGrp="1"/>
          </p:cNvSpPr>
          <p:nvPr>
            <p:ph type="title"/>
          </p:nvPr>
        </p:nvSpPr>
        <p:spPr>
          <a:xfrm>
            <a:off x="932850" y="730375"/>
            <a:ext cx="4082700" cy="21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201" name="Google Shape;201;p35"/>
          <p:cNvSpPr txBox="1">
            <a:spLocks noGrp="1"/>
          </p:cNvSpPr>
          <p:nvPr>
            <p:ph type="title" idx="2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5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r Graph">
  <p:cSld name="CUSTOM_13">
    <p:bg>
      <p:bgPr>
        <a:solidFill>
          <a:schemeClr val="accent2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name="adj" fmla="val 33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36"/>
          <p:cNvSpPr txBox="1">
            <a:spLocks noGrp="1"/>
          </p:cNvSpPr>
          <p:nvPr>
            <p:ph type="subTitle" idx="1"/>
          </p:nvPr>
        </p:nvSpPr>
        <p:spPr>
          <a:xfrm>
            <a:off x="5251039" y="2593520"/>
            <a:ext cx="2571600" cy="15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36"/>
          <p:cNvSpPr txBox="1">
            <a:spLocks noGrp="1"/>
          </p:cNvSpPr>
          <p:nvPr>
            <p:ph type="subTitle" idx="2"/>
          </p:nvPr>
        </p:nvSpPr>
        <p:spPr>
          <a:xfrm>
            <a:off x="5233275" y="763675"/>
            <a:ext cx="3576600" cy="13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 b="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36"/>
          <p:cNvSpPr txBox="1">
            <a:spLocks noGrp="1"/>
          </p:cNvSpPr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sz="1400" b="1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36"/>
          <p:cNvSpPr txBox="1">
            <a:spLocks noGrp="1"/>
          </p:cNvSpPr>
          <p:nvPr>
            <p:ph type="title" idx="3"/>
          </p:nvPr>
        </p:nvSpPr>
        <p:spPr>
          <a:xfrm>
            <a:off x="5251132" y="327150"/>
            <a:ext cx="3558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sz="1400" b="1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36"/>
          <p:cNvSpPr txBox="1">
            <a:spLocks noGrp="1"/>
          </p:cNvSpPr>
          <p:nvPr>
            <p:ph type="title" idx="4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6"/>
          <p:cNvSpPr>
            <a:spLocks noGrp="1"/>
          </p:cNvSpPr>
          <p:nvPr>
            <p:ph type="pic" idx="5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etitor Landscape">
  <p:cSld name="CUSTOM_14"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>
            <a:spLocks noGrp="1"/>
          </p:cNvSpPr>
          <p:nvPr>
            <p:ph type="body" idx="1"/>
          </p:nvPr>
        </p:nvSpPr>
        <p:spPr>
          <a:xfrm>
            <a:off x="6564350" y="577612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3" name="Google Shape;213;p37"/>
          <p:cNvSpPr txBox="1">
            <a:spLocks noGrp="1"/>
          </p:cNvSpPr>
          <p:nvPr>
            <p:ph type="body" idx="2"/>
          </p:nvPr>
        </p:nvSpPr>
        <p:spPr>
          <a:xfrm>
            <a:off x="6564350" y="1810914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37"/>
          <p:cNvSpPr txBox="1">
            <a:spLocks noGrp="1"/>
          </p:cNvSpPr>
          <p:nvPr>
            <p:ph type="body" idx="3"/>
          </p:nvPr>
        </p:nvSpPr>
        <p:spPr>
          <a:xfrm>
            <a:off x="6564350" y="3038996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37"/>
          <p:cNvSpPr txBox="1">
            <a:spLocks noGrp="1"/>
          </p:cNvSpPr>
          <p:nvPr>
            <p:ph type="title"/>
          </p:nvPr>
        </p:nvSpPr>
        <p:spPr>
          <a:xfrm>
            <a:off x="3706300" y="327150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37"/>
          <p:cNvSpPr txBox="1">
            <a:spLocks noGrp="1"/>
          </p:cNvSpPr>
          <p:nvPr>
            <p:ph type="body" idx="4"/>
          </p:nvPr>
        </p:nvSpPr>
        <p:spPr>
          <a:xfrm>
            <a:off x="3706300" y="577612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37"/>
          <p:cNvSpPr txBox="1">
            <a:spLocks noGrp="1"/>
          </p:cNvSpPr>
          <p:nvPr>
            <p:ph type="title" idx="5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37"/>
          <p:cNvSpPr txBox="1">
            <a:spLocks noGrp="1"/>
          </p:cNvSpPr>
          <p:nvPr>
            <p:ph type="title" idx="6"/>
          </p:nvPr>
        </p:nvSpPr>
        <p:spPr>
          <a:xfrm>
            <a:off x="956150" y="327150"/>
            <a:ext cx="2009100" cy="13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sz="1400" b="1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9" name="Google Shape;219;p37"/>
          <p:cNvSpPr>
            <a:spLocks noGrp="1"/>
          </p:cNvSpPr>
          <p:nvPr>
            <p:ph type="pic" idx="7"/>
          </p:nvPr>
        </p:nvSpPr>
        <p:spPr>
          <a:xfrm>
            <a:off x="320562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0" name="Google Shape;220;p37"/>
          <p:cNvSpPr>
            <a:spLocks noGrp="1"/>
          </p:cNvSpPr>
          <p:nvPr>
            <p:ph type="pic" idx="8"/>
          </p:nvPr>
        </p:nvSpPr>
        <p:spPr>
          <a:xfrm>
            <a:off x="606367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1" name="Google Shape;221;p37"/>
          <p:cNvSpPr>
            <a:spLocks noGrp="1"/>
          </p:cNvSpPr>
          <p:nvPr>
            <p:ph type="pic" idx="9"/>
          </p:nvPr>
        </p:nvSpPr>
        <p:spPr>
          <a:xfrm>
            <a:off x="320562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2" name="Google Shape;222;p37"/>
          <p:cNvSpPr>
            <a:spLocks noGrp="1"/>
          </p:cNvSpPr>
          <p:nvPr>
            <p:ph type="pic" idx="13"/>
          </p:nvPr>
        </p:nvSpPr>
        <p:spPr>
          <a:xfrm>
            <a:off x="606367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3" name="Google Shape;223;p37"/>
          <p:cNvSpPr>
            <a:spLocks noGrp="1"/>
          </p:cNvSpPr>
          <p:nvPr>
            <p:ph type="pic" idx="14"/>
          </p:nvPr>
        </p:nvSpPr>
        <p:spPr>
          <a:xfrm>
            <a:off x="320562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4" name="Google Shape;224;p37"/>
          <p:cNvSpPr>
            <a:spLocks noGrp="1"/>
          </p:cNvSpPr>
          <p:nvPr>
            <p:ph type="pic" idx="15"/>
          </p:nvPr>
        </p:nvSpPr>
        <p:spPr>
          <a:xfrm>
            <a:off x="606367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5" name="Google Shape;225;p37"/>
          <p:cNvSpPr txBox="1">
            <a:spLocks noGrp="1"/>
          </p:cNvSpPr>
          <p:nvPr>
            <p:ph type="title" idx="16"/>
          </p:nvPr>
        </p:nvSpPr>
        <p:spPr>
          <a:xfrm>
            <a:off x="6564350" y="327150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37"/>
          <p:cNvSpPr txBox="1">
            <a:spLocks noGrp="1"/>
          </p:cNvSpPr>
          <p:nvPr>
            <p:ph type="title" idx="17"/>
          </p:nvPr>
        </p:nvSpPr>
        <p:spPr>
          <a:xfrm>
            <a:off x="3706300" y="1554125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7" name="Google Shape;227;p37"/>
          <p:cNvSpPr txBox="1">
            <a:spLocks noGrp="1"/>
          </p:cNvSpPr>
          <p:nvPr>
            <p:ph type="title" idx="18"/>
          </p:nvPr>
        </p:nvSpPr>
        <p:spPr>
          <a:xfrm>
            <a:off x="6564350" y="1554125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37"/>
          <p:cNvSpPr txBox="1">
            <a:spLocks noGrp="1"/>
          </p:cNvSpPr>
          <p:nvPr>
            <p:ph type="title" idx="19"/>
          </p:nvPr>
        </p:nvSpPr>
        <p:spPr>
          <a:xfrm>
            <a:off x="3706300" y="2781100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37"/>
          <p:cNvSpPr txBox="1">
            <a:spLocks noGrp="1"/>
          </p:cNvSpPr>
          <p:nvPr>
            <p:ph type="title" idx="20"/>
          </p:nvPr>
        </p:nvSpPr>
        <p:spPr>
          <a:xfrm>
            <a:off x="6564350" y="2781100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37"/>
          <p:cNvSpPr txBox="1">
            <a:spLocks noGrp="1"/>
          </p:cNvSpPr>
          <p:nvPr>
            <p:ph type="body" idx="21"/>
          </p:nvPr>
        </p:nvSpPr>
        <p:spPr>
          <a:xfrm>
            <a:off x="3706300" y="1810914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37"/>
          <p:cNvSpPr txBox="1">
            <a:spLocks noGrp="1"/>
          </p:cNvSpPr>
          <p:nvPr>
            <p:ph type="body" idx="22"/>
          </p:nvPr>
        </p:nvSpPr>
        <p:spPr>
          <a:xfrm>
            <a:off x="3706300" y="3038996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37"/>
          <p:cNvSpPr>
            <a:spLocks noGrp="1"/>
          </p:cNvSpPr>
          <p:nvPr>
            <p:ph type="pic" idx="2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Content">
  <p:cSld name="CUSTOM_15">
    <p:bg>
      <p:bgPr>
        <a:solidFill>
          <a:schemeClr val="lt1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/>
          <p:nvPr/>
        </p:nvSpPr>
        <p:spPr>
          <a:xfrm rot="5400000">
            <a:off x="4342200" y="341250"/>
            <a:ext cx="4914900" cy="4460100"/>
          </a:xfrm>
          <a:prstGeom prst="round2SameRect">
            <a:avLst>
              <a:gd name="adj1" fmla="val 3491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38"/>
          <p:cNvSpPr txBox="1">
            <a:spLocks noGrp="1"/>
          </p:cNvSpPr>
          <p:nvPr>
            <p:ph type="title"/>
          </p:nvPr>
        </p:nvSpPr>
        <p:spPr>
          <a:xfrm>
            <a:off x="932850" y="730375"/>
            <a:ext cx="3280800" cy="21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236" name="Google Shape;236;p38"/>
          <p:cNvSpPr txBox="1">
            <a:spLocks noGrp="1"/>
          </p:cNvSpPr>
          <p:nvPr>
            <p:ph type="subTitle" idx="1"/>
          </p:nvPr>
        </p:nvSpPr>
        <p:spPr>
          <a:xfrm>
            <a:off x="5233275" y="763675"/>
            <a:ext cx="3503700" cy="36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 b="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8"/>
          <p:cNvSpPr txBox="1">
            <a:spLocks noGrp="1"/>
          </p:cNvSpPr>
          <p:nvPr>
            <p:ph type="subTitle" idx="2"/>
          </p:nvPr>
        </p:nvSpPr>
        <p:spPr>
          <a:xfrm>
            <a:off x="955350" y="2928709"/>
            <a:ext cx="2844900" cy="15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38"/>
          <p:cNvSpPr txBox="1">
            <a:spLocks noGrp="1"/>
          </p:cNvSpPr>
          <p:nvPr>
            <p:ph type="title" idx="3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38"/>
          <p:cNvSpPr>
            <a:spLocks noGrp="1"/>
          </p:cNvSpPr>
          <p:nvPr>
            <p:ph type="pic" idx="4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up Phone + Desktop">
  <p:cSld name="CUSTOM_16">
    <p:bg>
      <p:bgPr>
        <a:solidFill>
          <a:schemeClr val="lt1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name="adj1" fmla="val 3196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9"/>
          <p:cNvSpPr>
            <a:spLocks noGrp="1"/>
          </p:cNvSpPr>
          <p:nvPr>
            <p:ph type="pic" idx="2"/>
          </p:nvPr>
        </p:nvSpPr>
        <p:spPr>
          <a:xfrm>
            <a:off x="3768625" y="934850"/>
            <a:ext cx="4630500" cy="2606700"/>
          </a:xfrm>
          <a:prstGeom prst="roundRect">
            <a:avLst>
              <a:gd name="adj" fmla="val 1120"/>
            </a:avLst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39"/>
          <p:cNvSpPr>
            <a:spLocks noGrp="1"/>
          </p:cNvSpPr>
          <p:nvPr>
            <p:ph type="pic" idx="3"/>
          </p:nvPr>
        </p:nvSpPr>
        <p:spPr>
          <a:xfrm>
            <a:off x="812850" y="867000"/>
            <a:ext cx="1614000" cy="3409500"/>
          </a:xfrm>
          <a:prstGeom prst="roundRect">
            <a:avLst>
              <a:gd name="adj" fmla="val 8265"/>
            </a:avLst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39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9"/>
          <p:cNvSpPr>
            <a:spLocks noGrp="1"/>
          </p:cNvSpPr>
          <p:nvPr>
            <p:ph type="pic" idx="4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up Desktop">
  <p:cSld name="CUSTOM_16_2">
    <p:bg>
      <p:bgPr>
        <a:solidFill>
          <a:schemeClr val="lt1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name="adj1" fmla="val 3196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40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name="adj1" fmla="val 5256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40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0" name="Google Shape;250;p40"/>
          <p:cNvSpPr>
            <a:spLocks noGrp="1"/>
          </p:cNvSpPr>
          <p:nvPr>
            <p:ph type="pic" idx="3"/>
          </p:nvPr>
        </p:nvSpPr>
        <p:spPr>
          <a:xfrm>
            <a:off x="1931050" y="789375"/>
            <a:ext cx="5281800" cy="2973300"/>
          </a:xfrm>
          <a:prstGeom prst="roundRect">
            <a:avLst>
              <a:gd name="adj" fmla="val 1120"/>
            </a:avLst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up 3 Phone">
  <p:cSld name="CUSTOM_16_1">
    <p:bg>
      <p:bgPr>
        <a:solidFill>
          <a:schemeClr val="lt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name="adj1" fmla="val 3196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41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name="adj1" fmla="val 5256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41"/>
          <p:cNvSpPr>
            <a:spLocks noGrp="1"/>
          </p:cNvSpPr>
          <p:nvPr>
            <p:ph type="pic" idx="2"/>
          </p:nvPr>
        </p:nvSpPr>
        <p:spPr>
          <a:xfrm>
            <a:off x="812850" y="867000"/>
            <a:ext cx="1614000" cy="3409500"/>
          </a:xfrm>
          <a:prstGeom prst="roundRect">
            <a:avLst>
              <a:gd name="adj" fmla="val 8265"/>
            </a:avLst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41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6" name="Google Shape;256;p41"/>
          <p:cNvSpPr>
            <a:spLocks noGrp="1"/>
          </p:cNvSpPr>
          <p:nvPr>
            <p:ph type="pic" idx="4"/>
          </p:nvPr>
        </p:nvSpPr>
        <p:spPr>
          <a:xfrm>
            <a:off x="3765000" y="867000"/>
            <a:ext cx="1614000" cy="3409500"/>
          </a:xfrm>
          <a:prstGeom prst="roundRect">
            <a:avLst>
              <a:gd name="adj" fmla="val 8265"/>
            </a:avLst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41"/>
          <p:cNvSpPr>
            <a:spLocks noGrp="1"/>
          </p:cNvSpPr>
          <p:nvPr>
            <p:ph type="pic" idx="5"/>
          </p:nvPr>
        </p:nvSpPr>
        <p:spPr>
          <a:xfrm>
            <a:off x="6717150" y="867000"/>
            <a:ext cx="1614000" cy="3409500"/>
          </a:xfrm>
          <a:prstGeom prst="roundRect">
            <a:avLst>
              <a:gd name="adj" fmla="val 8265"/>
            </a:avLst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up Tablet">
  <p:cSld name="CUSTOM_16_2_1">
    <p:bg>
      <p:bgPr>
        <a:solidFill>
          <a:schemeClr val="lt1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name="adj1" fmla="val 3196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42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name="adj1" fmla="val 5256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42"/>
          <p:cNvSpPr>
            <a:spLocks noGrp="1"/>
          </p:cNvSpPr>
          <p:nvPr>
            <p:ph type="pic" idx="2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2" name="Google Shape;262;p42"/>
          <p:cNvSpPr>
            <a:spLocks noGrp="1"/>
          </p:cNvSpPr>
          <p:nvPr>
            <p:ph type="pic" idx="3"/>
          </p:nvPr>
        </p:nvSpPr>
        <p:spPr>
          <a:xfrm>
            <a:off x="1988050" y="627575"/>
            <a:ext cx="5167800" cy="3888300"/>
          </a:xfrm>
          <a:prstGeom prst="roundRect">
            <a:avLst>
              <a:gd name="adj" fmla="val 4099"/>
            </a:avLst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ups Phone + Tablet">
  <p:cSld name="CUSTOM_16_1_1">
    <p:bg>
      <p:bgPr>
        <a:solidFill>
          <a:schemeClr val="lt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>
            <a:spLocks noGrp="1"/>
          </p:cNvSpPr>
          <p:nvPr>
            <p:ph type="pic" idx="2"/>
          </p:nvPr>
        </p:nvSpPr>
        <p:spPr>
          <a:xfrm>
            <a:off x="812850" y="867000"/>
            <a:ext cx="1614000" cy="3409500"/>
          </a:xfrm>
          <a:prstGeom prst="roundRect">
            <a:avLst>
              <a:gd name="adj" fmla="val 8265"/>
            </a:avLst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43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7" name="Google Shape;267;p43"/>
          <p:cNvSpPr>
            <a:spLocks noGrp="1"/>
          </p:cNvSpPr>
          <p:nvPr>
            <p:ph type="pic" idx="4"/>
          </p:nvPr>
        </p:nvSpPr>
        <p:spPr>
          <a:xfrm>
            <a:off x="3874125" y="866550"/>
            <a:ext cx="4531500" cy="3409500"/>
          </a:xfrm>
          <a:prstGeom prst="roundRect">
            <a:avLst>
              <a:gd name="adj" fmla="val 4099"/>
            </a:avLst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17">
    <p:bg>
      <p:bgPr>
        <a:solidFill>
          <a:schemeClr val="lt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4"/>
          <p:cNvSpPr txBox="1">
            <a:spLocks noGrp="1"/>
          </p:cNvSpPr>
          <p:nvPr>
            <p:ph type="subTitle" idx="1"/>
          </p:nvPr>
        </p:nvSpPr>
        <p:spPr>
          <a:xfrm>
            <a:off x="440281" y="763675"/>
            <a:ext cx="2070300" cy="36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 b="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44"/>
          <p:cNvSpPr txBox="1"/>
          <p:nvPr/>
        </p:nvSpPr>
        <p:spPr>
          <a:xfrm>
            <a:off x="871975" y="114300"/>
            <a:ext cx="1385400" cy="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>
                <a:solidFill>
                  <a:schemeClr val="accent4"/>
                </a:solidFill>
                <a:latin typeface="Albert Sans"/>
                <a:ea typeface="Albert Sans"/>
                <a:cs typeface="Albert Sans"/>
                <a:sym typeface="Albert Sans"/>
              </a:rPr>
              <a:t>Future Focused</a:t>
            </a:r>
            <a:endParaRPr b="1">
              <a:solidFill>
                <a:schemeClr val="accent4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72" name="Google Shape;272;p44"/>
          <p:cNvSpPr txBox="1">
            <a:spLocks noGrp="1"/>
          </p:cNvSpPr>
          <p:nvPr>
            <p:ph type="subTitle" idx="2"/>
          </p:nvPr>
        </p:nvSpPr>
        <p:spPr>
          <a:xfrm>
            <a:off x="580888" y="3286575"/>
            <a:ext cx="1757100" cy="11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3" name="Google Shape;273;p44"/>
          <p:cNvSpPr txBox="1">
            <a:spLocks noGrp="1"/>
          </p:cNvSpPr>
          <p:nvPr>
            <p:ph type="title" idx="3"/>
          </p:nvPr>
        </p:nvSpPr>
        <p:spPr>
          <a:xfrm>
            <a:off x="440281" y="327150"/>
            <a:ext cx="2009100" cy="13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sz="140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Pullquote">
  <p:cSld name="CUSTOM_18">
    <p:bg>
      <p:bgPr>
        <a:solidFill>
          <a:schemeClr val="accent2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>
            <a:spLocks noGrp="1"/>
          </p:cNvSpPr>
          <p:nvPr>
            <p:ph type="subTitle" idx="1"/>
          </p:nvPr>
        </p:nvSpPr>
        <p:spPr>
          <a:xfrm>
            <a:off x="821950" y="763675"/>
            <a:ext cx="2070300" cy="36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45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name="adj" fmla="val 33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45"/>
          <p:cNvSpPr txBox="1">
            <a:spLocks noGrp="1"/>
          </p:cNvSpPr>
          <p:nvPr>
            <p:ph type="subTitle" idx="2"/>
          </p:nvPr>
        </p:nvSpPr>
        <p:spPr>
          <a:xfrm>
            <a:off x="1062075" y="763675"/>
            <a:ext cx="7025400" cy="36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anum Myeongjo"/>
              <a:buNone/>
              <a:defRPr sz="3600" b="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8" name="Google Shape;278;p45"/>
          <p:cNvSpPr txBox="1">
            <a:spLocks noGrp="1"/>
          </p:cNvSpPr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45"/>
          <p:cNvSpPr>
            <a:spLocks noGrp="1"/>
          </p:cNvSpPr>
          <p:nvPr>
            <p:ph type="pic" idx="3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82" name="Google Shape;282;p4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3" name="Google Shape;283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6" name="Google Shape;286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0" name="Google Shape;290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4" name="Google Shape;294;p4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5" name="Google Shape;295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1" name="Google Shape;301;p5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2" name="Google Shape;302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5" name="Google Shape;305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5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9" name="Google Shape;309;p5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0" name="Google Shape;310;p5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4" name="Google Shape;31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7" name="Google Shape;317;p5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8" name="Google Shape;318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7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57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5" name="Google Shape;325;p57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6" name="Google Shape;326;p57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7" name="Google Shape;327;p57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8" name="Google Shape;328;p57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9" name="Google Shape;329;p57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_1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3" name="Google Shape;333;p58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59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38" name="Google Shape;338;p59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9" name="Google Shape;339;p59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0" name="Google Shape;340;p59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1" name="Google Shape;341;p59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60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5" name="Google Shape;345;p60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60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7" name="Google Shape;347;p60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8" name="Google Shape;348;p60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9" name="Google Shape;349;p60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0" name="Google Shape;350;p60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_1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61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61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5" name="Google Shape;355;p61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6" name="Google Shape;356;p61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7" name="Google Shape;357;p61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8" name="Google Shape;358;p61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9" name="Google Shape;359;p61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0" name="Google Shape;360;p61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1" name="Google Shape;361;p61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62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_1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3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8" name="Google Shape;368;p63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63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63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1" name="Google Shape;371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63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4" name="Google Shape;374;p63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_1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4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7" name="Google Shape;377;p64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64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64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0" name="Google Shape;380;p64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64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2" name="Google Shape;382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64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85" name="Google Shape;385;p64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86" name="Google Shape;386;p64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_2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5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2" name="Google Shape;392;p66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66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66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66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66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66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66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66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66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66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47550" y="425875"/>
            <a:ext cx="2916300" cy="12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47550" y="1714375"/>
            <a:ext cx="5780700" cy="29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19">
          <p15:clr>
            <a:srgbClr val="E46962"/>
          </p15:clr>
        </p15:guide>
        <p15:guide id="2" pos="593">
          <p15:clr>
            <a:srgbClr val="E46962"/>
          </p15:clr>
        </p15:guide>
        <p15:guide id="3" pos="669">
          <p15:clr>
            <a:srgbClr val="E46962"/>
          </p15:clr>
        </p15:guide>
        <p15:guide id="4" pos="1044">
          <p15:clr>
            <a:srgbClr val="E46962"/>
          </p15:clr>
        </p15:guide>
        <p15:guide id="5" pos="1119">
          <p15:clr>
            <a:srgbClr val="E46962"/>
          </p15:clr>
        </p15:guide>
        <p15:guide id="6" pos="1494">
          <p15:clr>
            <a:srgbClr val="E46962"/>
          </p15:clr>
        </p15:guide>
        <p15:guide id="7" pos="1569">
          <p15:clr>
            <a:srgbClr val="E46962"/>
          </p15:clr>
        </p15:guide>
        <p15:guide id="8" pos="1944">
          <p15:clr>
            <a:srgbClr val="E46962"/>
          </p15:clr>
        </p15:guide>
        <p15:guide id="9" pos="2019">
          <p15:clr>
            <a:srgbClr val="E46962"/>
          </p15:clr>
        </p15:guide>
        <p15:guide id="10" pos="2394">
          <p15:clr>
            <a:srgbClr val="E46962"/>
          </p15:clr>
        </p15:guide>
        <p15:guide id="11" pos="2469">
          <p15:clr>
            <a:srgbClr val="E46962"/>
          </p15:clr>
        </p15:guide>
        <p15:guide id="12" pos="2844">
          <p15:clr>
            <a:srgbClr val="E46962"/>
          </p15:clr>
        </p15:guide>
        <p15:guide id="13" pos="2919">
          <p15:clr>
            <a:srgbClr val="E46962"/>
          </p15:clr>
        </p15:guide>
        <p15:guide id="14" pos="3294">
          <p15:clr>
            <a:srgbClr val="E46962"/>
          </p15:clr>
        </p15:guide>
        <p15:guide id="15" pos="3370">
          <p15:clr>
            <a:srgbClr val="E46962"/>
          </p15:clr>
        </p15:guide>
        <p15:guide id="16" pos="3744">
          <p15:clr>
            <a:srgbClr val="E46962"/>
          </p15:clr>
        </p15:guide>
        <p15:guide id="17" pos="3820">
          <p15:clr>
            <a:srgbClr val="E46962"/>
          </p15:clr>
        </p15:guide>
        <p15:guide id="18" pos="4194">
          <p15:clr>
            <a:srgbClr val="E46962"/>
          </p15:clr>
        </p15:guide>
        <p15:guide id="19" pos="4270">
          <p15:clr>
            <a:srgbClr val="E46962"/>
          </p15:clr>
        </p15:guide>
        <p15:guide id="20" pos="4644">
          <p15:clr>
            <a:srgbClr val="E46962"/>
          </p15:clr>
        </p15:guide>
        <p15:guide id="21" pos="4720">
          <p15:clr>
            <a:srgbClr val="E46962"/>
          </p15:clr>
        </p15:guide>
        <p15:guide id="22" pos="5094">
          <p15:clr>
            <a:srgbClr val="E46962"/>
          </p15:clr>
        </p15:guide>
        <p15:guide id="23" pos="5170">
          <p15:clr>
            <a:srgbClr val="E46962"/>
          </p15:clr>
        </p15:guide>
        <p15:guide id="24" pos="5544">
          <p15:clr>
            <a:srgbClr val="E46962"/>
          </p15:clr>
        </p15:guide>
        <p15:guide id="25" orient="horz" pos="141">
          <p15:clr>
            <a:srgbClr val="E46962"/>
          </p15:clr>
        </p15:guide>
        <p15:guide id="26" orient="horz" pos="3099">
          <p15:clr>
            <a:srgbClr val="E46962"/>
          </p15:clr>
        </p15:guide>
        <p15:guide id="27" pos="144">
          <p15:clr>
            <a:srgbClr val="E46962"/>
          </p15:clr>
        </p15:guide>
        <p15:guide id="28" pos="561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7"/>
          <p:cNvSpPr txBox="1">
            <a:spLocks noGrp="1"/>
          </p:cNvSpPr>
          <p:nvPr>
            <p:ph type="sldNum" idx="12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407" name="Google Shape;407;p67"/>
          <p:cNvSpPr txBox="1">
            <a:spLocks noGrp="1"/>
          </p:cNvSpPr>
          <p:nvPr>
            <p:ph type="title" idx="3"/>
          </p:nvPr>
        </p:nvSpPr>
        <p:spPr>
          <a:xfrm>
            <a:off x="3320481" y="373400"/>
            <a:ext cx="274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 30, 2025</a:t>
            </a:r>
            <a:endParaRPr/>
          </a:p>
        </p:txBody>
      </p:sp>
      <p:sp>
        <p:nvSpPr>
          <p:cNvPr id="408" name="Google Shape;408;p67"/>
          <p:cNvSpPr txBox="1">
            <a:spLocks noGrp="1"/>
          </p:cNvSpPr>
          <p:nvPr>
            <p:ph type="title"/>
          </p:nvPr>
        </p:nvSpPr>
        <p:spPr>
          <a:xfrm>
            <a:off x="3205629" y="817900"/>
            <a:ext cx="4446900" cy="18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Candy Factory </a:t>
            </a:r>
            <a:endParaRPr/>
          </a:p>
        </p:txBody>
      </p:sp>
      <p:sp>
        <p:nvSpPr>
          <p:cNvPr id="409" name="Google Shape;409;p67"/>
          <p:cNvSpPr txBox="1">
            <a:spLocks noGrp="1"/>
          </p:cNvSpPr>
          <p:nvPr>
            <p:ph type="subTitle" idx="1"/>
          </p:nvPr>
        </p:nvSpPr>
        <p:spPr>
          <a:xfrm>
            <a:off x="3827781" y="4016050"/>
            <a:ext cx="1309200" cy="9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none"/>
              <a:t>Contributor</a:t>
            </a:r>
            <a:endParaRPr lang="en-US" b="1" u="none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none"/>
              <a:t>Travis Dagostino</a:t>
            </a:r>
            <a:endParaRPr u="none"/>
          </a:p>
        </p:txBody>
      </p:sp>
      <p:sp>
        <p:nvSpPr>
          <p:cNvPr id="410" name="Google Shape;410;p67"/>
          <p:cNvSpPr txBox="1">
            <a:spLocks noGrp="1"/>
          </p:cNvSpPr>
          <p:nvPr>
            <p:ph type="subTitle" idx="4"/>
          </p:nvPr>
        </p:nvSpPr>
        <p:spPr>
          <a:xfrm>
            <a:off x="5256806" y="4016050"/>
            <a:ext cx="1309200" cy="9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none"/>
              <a:t>Contributor</a:t>
            </a:r>
            <a:endParaRPr lang="en-US" b="1" u="none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none"/>
              <a:t>Abdulraheem Giwa</a:t>
            </a:r>
            <a:endParaRPr u="none"/>
          </a:p>
        </p:txBody>
      </p:sp>
      <p:pic>
        <p:nvPicPr>
          <p:cNvPr id="411" name="Google Shape;411;p67" descr="Hexagonal icon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6732" b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12" name="Google Shape;412;p67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3" name="Google Shape;413;p67"/>
          <p:cNvSpPr txBox="1">
            <a:spLocks noGrp="1"/>
          </p:cNvSpPr>
          <p:nvPr>
            <p:ph type="sldNum" idx="2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1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14" name="Google Shape;414;p67"/>
          <p:cNvPicPr preferRelativeResize="0"/>
          <p:nvPr/>
        </p:nvPicPr>
        <p:blipFill rotWithShape="1">
          <a:blip r:embed="rId4">
            <a:alphaModFix/>
          </a:blip>
          <a:srcRect t="5595" b="5595"/>
          <a:stretch/>
        </p:blipFill>
        <p:spPr>
          <a:xfrm>
            <a:off x="216700" y="226388"/>
            <a:ext cx="2879949" cy="469071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15" name="Google Shape;415;p67"/>
          <p:cNvSpPr txBox="1">
            <a:spLocks noGrp="1"/>
          </p:cNvSpPr>
          <p:nvPr>
            <p:ph type="subTitle" idx="4"/>
          </p:nvPr>
        </p:nvSpPr>
        <p:spPr>
          <a:xfrm>
            <a:off x="6718206" y="4016050"/>
            <a:ext cx="1309200" cy="9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none"/>
              <a:t>Contributor</a:t>
            </a:r>
            <a:endParaRPr lang="en-US" b="1" u="none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none"/>
              <a:t>Kelly Payne</a:t>
            </a:r>
            <a:endParaRPr u="none"/>
          </a:p>
        </p:txBody>
      </p:sp>
      <p:sp>
        <p:nvSpPr>
          <p:cNvPr id="416" name="Google Shape;416;p67"/>
          <p:cNvSpPr/>
          <p:nvPr/>
        </p:nvSpPr>
        <p:spPr>
          <a:xfrm>
            <a:off x="196700" y="211275"/>
            <a:ext cx="2900100" cy="4708800"/>
          </a:xfrm>
          <a:prstGeom prst="roundRect">
            <a:avLst>
              <a:gd name="adj" fmla="val 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7" name="Google Shape;417;p67"/>
          <p:cNvSpPr txBox="1">
            <a:spLocks noGrp="1"/>
          </p:cNvSpPr>
          <p:nvPr>
            <p:ph type="subTitle" idx="1"/>
          </p:nvPr>
        </p:nvSpPr>
        <p:spPr>
          <a:xfrm>
            <a:off x="3320477" y="2898025"/>
            <a:ext cx="3818700" cy="9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1" u="none"/>
              <a:t>Utilizing Object Oriented Design Principles to Create a Java Application</a:t>
            </a:r>
            <a:endParaRPr sz="1200" i="1" u="none"/>
          </a:p>
        </p:txBody>
      </p:sp>
      <p:sp>
        <p:nvSpPr>
          <p:cNvPr id="418" name="Google Shape;418;p67"/>
          <p:cNvSpPr txBox="1"/>
          <p:nvPr/>
        </p:nvSpPr>
        <p:spPr>
          <a:xfrm>
            <a:off x="923670" y="356870"/>
            <a:ext cx="2746500" cy="27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700" tIns="83700" rIns="83700" bIns="83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1"/>
              <a:t> </a:t>
            </a:r>
            <a:endParaRPr sz="128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8"/>
          <p:cNvSpPr/>
          <p:nvPr/>
        </p:nvSpPr>
        <p:spPr>
          <a:xfrm rot="10800000">
            <a:off x="3915129" y="3631759"/>
            <a:ext cx="4992000" cy="6774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75150" tIns="75150" rIns="75150" bIns="75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8"/>
          <p:cNvSpPr/>
          <p:nvPr/>
        </p:nvSpPr>
        <p:spPr>
          <a:xfrm>
            <a:off x="3923125" y="933453"/>
            <a:ext cx="4992300" cy="6771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75150" tIns="75150" rIns="75150" bIns="75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chemeClr val="lt2"/>
              </a:solidFill>
            </a:endParaRPr>
          </a:p>
        </p:txBody>
      </p:sp>
      <p:sp>
        <p:nvSpPr>
          <p:cNvPr id="425" name="Google Shape;425;p68"/>
          <p:cNvSpPr/>
          <p:nvPr/>
        </p:nvSpPr>
        <p:spPr>
          <a:xfrm>
            <a:off x="3923154" y="1605530"/>
            <a:ext cx="4992300" cy="6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5150" tIns="75150" rIns="75150" bIns="75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68"/>
          <p:cNvSpPr/>
          <p:nvPr/>
        </p:nvSpPr>
        <p:spPr>
          <a:xfrm>
            <a:off x="3914929" y="2959867"/>
            <a:ext cx="4992300" cy="6723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75150" tIns="75150" rIns="75150" bIns="75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68"/>
          <p:cNvSpPr txBox="1"/>
          <p:nvPr/>
        </p:nvSpPr>
        <p:spPr>
          <a:xfrm>
            <a:off x="4116982" y="933450"/>
            <a:ext cx="548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150" tIns="75150" rIns="75150" bIns="75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01</a:t>
            </a:r>
            <a:endParaRPr sz="115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8" name="Google Shape;428;p68"/>
          <p:cNvSpPr txBox="1"/>
          <p:nvPr/>
        </p:nvSpPr>
        <p:spPr>
          <a:xfrm>
            <a:off x="4116982" y="1605524"/>
            <a:ext cx="548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150" tIns="75150" rIns="75150" bIns="75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02</a:t>
            </a:r>
            <a:endParaRPr sz="115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9" name="Google Shape;429;p68"/>
          <p:cNvSpPr txBox="1"/>
          <p:nvPr/>
        </p:nvSpPr>
        <p:spPr>
          <a:xfrm>
            <a:off x="4108757" y="2957405"/>
            <a:ext cx="548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150" tIns="75150" rIns="75150" bIns="75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04</a:t>
            </a:r>
            <a:endParaRPr sz="115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0" name="Google Shape;430;p68"/>
          <p:cNvSpPr txBox="1"/>
          <p:nvPr/>
        </p:nvSpPr>
        <p:spPr>
          <a:xfrm>
            <a:off x="4108757" y="3634452"/>
            <a:ext cx="548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150" tIns="75150" rIns="75150" bIns="75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05</a:t>
            </a:r>
            <a:endParaRPr sz="115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1" name="Google Shape;431;p68"/>
          <p:cNvSpPr txBox="1">
            <a:spLocks noGrp="1"/>
          </p:cNvSpPr>
          <p:nvPr>
            <p:ph type="sldNum" idx="12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432" name="Google Shape;432;p68"/>
          <p:cNvSpPr txBox="1">
            <a:spLocks noGrp="1"/>
          </p:cNvSpPr>
          <p:nvPr>
            <p:ph type="title"/>
          </p:nvPr>
        </p:nvSpPr>
        <p:spPr>
          <a:xfrm>
            <a:off x="948175" y="797675"/>
            <a:ext cx="2473500" cy="26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433" name="Google Shape;433;p68"/>
          <p:cNvSpPr txBox="1">
            <a:spLocks noGrp="1"/>
          </p:cNvSpPr>
          <p:nvPr>
            <p:ph type="title" idx="4"/>
          </p:nvPr>
        </p:nvSpPr>
        <p:spPr>
          <a:xfrm>
            <a:off x="4461420" y="2959874"/>
            <a:ext cx="4440000" cy="672300"/>
          </a:xfrm>
          <a:prstGeom prst="rect">
            <a:avLst/>
          </a:prstGeom>
          <a:solidFill>
            <a:srgbClr val="3C78D8"/>
          </a:solidFill>
        </p:spPr>
        <p:txBody>
          <a:bodyPr spcFirstLastPara="1" wrap="square" lIns="75150" tIns="75150" rIns="75150" bIns="75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2"/>
              <a:t>Changes/Issues Encountered</a:t>
            </a:r>
            <a:endParaRPr sz="1972"/>
          </a:p>
        </p:txBody>
      </p:sp>
      <p:sp>
        <p:nvSpPr>
          <p:cNvPr id="434" name="Google Shape;434;p68"/>
          <p:cNvSpPr txBox="1">
            <a:spLocks noGrp="1"/>
          </p:cNvSpPr>
          <p:nvPr>
            <p:ph type="title" idx="2"/>
          </p:nvPr>
        </p:nvSpPr>
        <p:spPr>
          <a:xfrm>
            <a:off x="4469645" y="935919"/>
            <a:ext cx="4440000" cy="672300"/>
          </a:xfrm>
          <a:prstGeom prst="rect">
            <a:avLst/>
          </a:prstGeom>
        </p:spPr>
        <p:txBody>
          <a:bodyPr spcFirstLastPara="1" wrap="square" lIns="75150" tIns="75150" rIns="75150" bIns="75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2"/>
              <a:t>Overview of Project</a:t>
            </a:r>
            <a:endParaRPr sz="1972"/>
          </a:p>
        </p:txBody>
      </p:sp>
      <p:sp>
        <p:nvSpPr>
          <p:cNvPr id="435" name="Google Shape;435;p68"/>
          <p:cNvSpPr txBox="1">
            <a:spLocks noGrp="1"/>
          </p:cNvSpPr>
          <p:nvPr>
            <p:ph type="title" idx="3"/>
          </p:nvPr>
        </p:nvSpPr>
        <p:spPr>
          <a:xfrm>
            <a:off x="4469645" y="1607993"/>
            <a:ext cx="4440000" cy="672300"/>
          </a:xfrm>
          <a:prstGeom prst="rect">
            <a:avLst/>
          </a:prstGeom>
        </p:spPr>
        <p:txBody>
          <a:bodyPr spcFirstLastPara="1" wrap="square" lIns="75150" tIns="75150" rIns="75150" bIns="75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2"/>
              <a:t>OOD Patterns Implemented</a:t>
            </a:r>
            <a:endParaRPr sz="1972"/>
          </a:p>
        </p:txBody>
      </p:sp>
      <p:sp>
        <p:nvSpPr>
          <p:cNvPr id="436" name="Google Shape;436;p68"/>
          <p:cNvSpPr txBox="1">
            <a:spLocks noGrp="1"/>
          </p:cNvSpPr>
          <p:nvPr>
            <p:ph type="title" idx="5"/>
          </p:nvPr>
        </p:nvSpPr>
        <p:spPr>
          <a:xfrm>
            <a:off x="4445795" y="3634455"/>
            <a:ext cx="4453200" cy="672300"/>
          </a:xfrm>
          <a:prstGeom prst="rect">
            <a:avLst/>
          </a:prstGeom>
        </p:spPr>
        <p:txBody>
          <a:bodyPr spcFirstLastPara="1" wrap="square" lIns="75150" tIns="75150" rIns="75150" bIns="75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2"/>
              <a:t>Application Demo</a:t>
            </a:r>
            <a:endParaRPr sz="1972"/>
          </a:p>
        </p:txBody>
      </p:sp>
      <p:pic>
        <p:nvPicPr>
          <p:cNvPr id="437" name="Google Shape;437;p68" descr="Hexagonal icon."/>
          <p:cNvPicPr preferRelativeResize="0">
            <a:picLocks noGrp="1"/>
          </p:cNvPicPr>
          <p:nvPr>
            <p:ph type="pic" idx="6"/>
          </p:nvPr>
        </p:nvPicPr>
        <p:blipFill rotWithShape="1">
          <a:blip r:embed="rId3">
            <a:alphaModFix/>
          </a:blip>
          <a:srcRect t="6732" b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38" name="Google Shape;438;p68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9" name="Google Shape;439;p68"/>
          <p:cNvSpPr txBox="1">
            <a:spLocks noGrp="1"/>
          </p:cNvSpPr>
          <p:nvPr>
            <p:ph type="sldNum" idx="2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2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0" name="Google Shape;440;p68"/>
          <p:cNvSpPr/>
          <p:nvPr/>
        </p:nvSpPr>
        <p:spPr>
          <a:xfrm>
            <a:off x="3914929" y="2285092"/>
            <a:ext cx="4992300" cy="67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75150" tIns="75150" rIns="75150" bIns="75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68"/>
          <p:cNvSpPr txBox="1"/>
          <p:nvPr/>
        </p:nvSpPr>
        <p:spPr>
          <a:xfrm>
            <a:off x="4108757" y="2282630"/>
            <a:ext cx="548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150" tIns="75150" rIns="75150" bIns="75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03</a:t>
            </a:r>
            <a:endParaRPr sz="115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2" name="Google Shape;442;p68"/>
          <p:cNvSpPr txBox="1">
            <a:spLocks noGrp="1"/>
          </p:cNvSpPr>
          <p:nvPr>
            <p:ph type="title" idx="4"/>
          </p:nvPr>
        </p:nvSpPr>
        <p:spPr>
          <a:xfrm>
            <a:off x="4461420" y="2285099"/>
            <a:ext cx="4440000" cy="672300"/>
          </a:xfrm>
          <a:prstGeom prst="rect">
            <a:avLst/>
          </a:prstGeom>
        </p:spPr>
        <p:txBody>
          <a:bodyPr spcFirstLastPara="1" wrap="square" lIns="75150" tIns="75150" rIns="75150" bIns="75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72"/>
              <a:t>Functional Responsibilities</a:t>
            </a:r>
            <a:endParaRPr sz="1972"/>
          </a:p>
        </p:txBody>
      </p:sp>
      <p:sp>
        <p:nvSpPr>
          <p:cNvPr id="443" name="Google Shape;443;p68"/>
          <p:cNvSpPr txBox="1"/>
          <p:nvPr/>
        </p:nvSpPr>
        <p:spPr>
          <a:xfrm>
            <a:off x="184975" y="4743900"/>
            <a:ext cx="14718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Columbus State University</a:t>
            </a:r>
            <a:endParaRPr sz="8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4" name="Google Shape;444;p68"/>
          <p:cNvSpPr txBox="1"/>
          <p:nvPr/>
        </p:nvSpPr>
        <p:spPr>
          <a:xfrm>
            <a:off x="3205625" y="4743900"/>
            <a:ext cx="17880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Object Oriented Development</a:t>
            </a:r>
            <a:endParaRPr sz="8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9"/>
          <p:cNvSpPr/>
          <p:nvPr/>
        </p:nvSpPr>
        <p:spPr>
          <a:xfrm>
            <a:off x="7158725" y="4601400"/>
            <a:ext cx="1354500" cy="318600"/>
          </a:xfrm>
          <a:prstGeom prst="roundRect">
            <a:avLst>
              <a:gd name="adj" fmla="val 1629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0" name="Google Shape;450;p69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1" name="Google Shape;451;p69"/>
          <p:cNvSpPr txBox="1">
            <a:spLocks noGrp="1"/>
          </p:cNvSpPr>
          <p:nvPr>
            <p:ph type="sldNum" idx="12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3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2" name="Google Shape;452;p69"/>
          <p:cNvSpPr txBox="1">
            <a:spLocks noGrp="1"/>
          </p:cNvSpPr>
          <p:nvPr>
            <p:ph type="body" idx="2"/>
          </p:nvPr>
        </p:nvSpPr>
        <p:spPr>
          <a:xfrm>
            <a:off x="5235220" y="750863"/>
            <a:ext cx="3729900" cy="16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Our project, Candy Factory, simulates how a candy store manages sales.</a:t>
            </a:r>
            <a:endParaRPr/>
          </a:p>
        </p:txBody>
      </p:sp>
      <p:sp>
        <p:nvSpPr>
          <p:cNvPr id="453" name="Google Shape;453;p69"/>
          <p:cNvSpPr txBox="1">
            <a:spLocks noGrp="1"/>
          </p:cNvSpPr>
          <p:nvPr>
            <p:ph type="title"/>
          </p:nvPr>
        </p:nvSpPr>
        <p:spPr>
          <a:xfrm>
            <a:off x="5257467" y="327150"/>
            <a:ext cx="274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Project Summary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454" name="Google Shape;454;p69" descr="Hexagonal icon.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6589" b="6597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55" name="Google Shape;455;p69"/>
          <p:cNvSpPr txBox="1">
            <a:spLocks noGrp="1"/>
          </p:cNvSpPr>
          <p:nvPr>
            <p:ph type="body" idx="1"/>
          </p:nvPr>
        </p:nvSpPr>
        <p:spPr>
          <a:xfrm>
            <a:off x="5201020" y="2394700"/>
            <a:ext cx="3798300" cy="19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The System functionality includes:</a:t>
            </a:r>
            <a:endParaRPr i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 user interface for viewing candy options and performing admin actions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 data storage component for managing products and orders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Back-end logic for updating inventory, processing orders, and sending stock notifications</a:t>
            </a:r>
            <a:endParaRPr/>
          </a:p>
        </p:txBody>
      </p:sp>
      <p:sp>
        <p:nvSpPr>
          <p:cNvPr id="456" name="Google Shape;456;p69"/>
          <p:cNvSpPr txBox="1">
            <a:spLocks noGrp="1"/>
          </p:cNvSpPr>
          <p:nvPr>
            <p:ph type="title" idx="4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Summary</a:t>
            </a:r>
            <a:endParaRPr/>
          </a:p>
        </p:txBody>
      </p:sp>
      <p:sp>
        <p:nvSpPr>
          <p:cNvPr id="457" name="Google Shape;457;p69"/>
          <p:cNvSpPr/>
          <p:nvPr/>
        </p:nvSpPr>
        <p:spPr>
          <a:xfrm>
            <a:off x="5720650" y="4601400"/>
            <a:ext cx="1354500" cy="318600"/>
          </a:xfrm>
          <a:prstGeom prst="roundRect">
            <a:avLst>
              <a:gd name="adj" fmla="val 1629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8" name="Google Shape;458;p69"/>
          <p:cNvSpPr txBox="1"/>
          <p:nvPr/>
        </p:nvSpPr>
        <p:spPr>
          <a:xfrm>
            <a:off x="5730000" y="4614225"/>
            <a:ext cx="13182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Candy Factory</a:t>
            </a:r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59" name="Google Shape;459;p69" descr="Assorted sweets and candies"/>
          <p:cNvPicPr preferRelativeResize="0"/>
          <p:nvPr/>
        </p:nvPicPr>
        <p:blipFill rotWithShape="1">
          <a:blip r:embed="rId4">
            <a:alphaModFix/>
          </a:blip>
          <a:srcRect l="34045"/>
          <a:stretch/>
        </p:blipFill>
        <p:spPr>
          <a:xfrm>
            <a:off x="347550" y="220950"/>
            <a:ext cx="4370200" cy="47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69"/>
          <p:cNvSpPr/>
          <p:nvPr/>
        </p:nvSpPr>
        <p:spPr>
          <a:xfrm>
            <a:off x="347500" y="211275"/>
            <a:ext cx="4370100" cy="4708800"/>
          </a:xfrm>
          <a:prstGeom prst="roundRect">
            <a:avLst>
              <a:gd name="adj" fmla="val 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0"/>
          <p:cNvSpPr/>
          <p:nvPr/>
        </p:nvSpPr>
        <p:spPr>
          <a:xfrm>
            <a:off x="1063002" y="933600"/>
            <a:ext cx="2130600" cy="1404000"/>
          </a:xfrm>
          <a:prstGeom prst="roundRect">
            <a:avLst>
              <a:gd name="adj" fmla="val 6116"/>
            </a:avLst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70"/>
          <p:cNvSpPr/>
          <p:nvPr/>
        </p:nvSpPr>
        <p:spPr>
          <a:xfrm>
            <a:off x="1062075" y="933600"/>
            <a:ext cx="2130600" cy="379800"/>
          </a:xfrm>
          <a:prstGeom prst="round2SameRect">
            <a:avLst>
              <a:gd name="adj1" fmla="val 24850"/>
              <a:gd name="adj2" fmla="val 0"/>
            </a:avLst>
          </a:pr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67" name="Google Shape;467;p70"/>
          <p:cNvSpPr/>
          <p:nvPr/>
        </p:nvSpPr>
        <p:spPr>
          <a:xfrm>
            <a:off x="5956647" y="933600"/>
            <a:ext cx="2130600" cy="1404000"/>
          </a:xfrm>
          <a:prstGeom prst="roundRect">
            <a:avLst>
              <a:gd name="adj" fmla="val 6116"/>
            </a:avLst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70"/>
          <p:cNvSpPr/>
          <p:nvPr/>
        </p:nvSpPr>
        <p:spPr>
          <a:xfrm>
            <a:off x="5955720" y="933600"/>
            <a:ext cx="2130600" cy="379800"/>
          </a:xfrm>
          <a:prstGeom prst="round2SameRect">
            <a:avLst>
              <a:gd name="adj1" fmla="val 24850"/>
              <a:gd name="adj2" fmla="val 0"/>
            </a:avLst>
          </a:pr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69" name="Google Shape;469;p70"/>
          <p:cNvSpPr/>
          <p:nvPr/>
        </p:nvSpPr>
        <p:spPr>
          <a:xfrm>
            <a:off x="3509824" y="933600"/>
            <a:ext cx="2130600" cy="1404000"/>
          </a:xfrm>
          <a:prstGeom prst="roundRect">
            <a:avLst>
              <a:gd name="adj" fmla="val 6116"/>
            </a:avLst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70"/>
          <p:cNvSpPr/>
          <p:nvPr/>
        </p:nvSpPr>
        <p:spPr>
          <a:xfrm>
            <a:off x="3508897" y="933600"/>
            <a:ext cx="2130600" cy="379800"/>
          </a:xfrm>
          <a:prstGeom prst="round2SameRect">
            <a:avLst>
              <a:gd name="adj1" fmla="val 24850"/>
              <a:gd name="adj2" fmla="val 0"/>
            </a:avLst>
          </a:pr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71" name="Google Shape;471;p70"/>
          <p:cNvSpPr/>
          <p:nvPr/>
        </p:nvSpPr>
        <p:spPr>
          <a:xfrm>
            <a:off x="1063002" y="2571756"/>
            <a:ext cx="2130600" cy="1404000"/>
          </a:xfrm>
          <a:prstGeom prst="roundRect">
            <a:avLst>
              <a:gd name="adj" fmla="val 6116"/>
            </a:avLst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70"/>
          <p:cNvSpPr/>
          <p:nvPr/>
        </p:nvSpPr>
        <p:spPr>
          <a:xfrm>
            <a:off x="1062075" y="2571756"/>
            <a:ext cx="2130600" cy="379800"/>
          </a:xfrm>
          <a:prstGeom prst="round2SameRect">
            <a:avLst>
              <a:gd name="adj1" fmla="val 2485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73" name="Google Shape;473;p70"/>
          <p:cNvSpPr/>
          <p:nvPr/>
        </p:nvSpPr>
        <p:spPr>
          <a:xfrm>
            <a:off x="5956647" y="2571756"/>
            <a:ext cx="2130600" cy="1404000"/>
          </a:xfrm>
          <a:prstGeom prst="roundRect">
            <a:avLst>
              <a:gd name="adj" fmla="val 6116"/>
            </a:avLst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70"/>
          <p:cNvSpPr/>
          <p:nvPr/>
        </p:nvSpPr>
        <p:spPr>
          <a:xfrm>
            <a:off x="5955720" y="2571756"/>
            <a:ext cx="2130600" cy="379800"/>
          </a:xfrm>
          <a:prstGeom prst="round2SameRect">
            <a:avLst>
              <a:gd name="adj1" fmla="val 2485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75" name="Google Shape;475;p70"/>
          <p:cNvSpPr/>
          <p:nvPr/>
        </p:nvSpPr>
        <p:spPr>
          <a:xfrm>
            <a:off x="3509824" y="2571756"/>
            <a:ext cx="2130600" cy="1404000"/>
          </a:xfrm>
          <a:prstGeom prst="roundRect">
            <a:avLst>
              <a:gd name="adj" fmla="val 6116"/>
            </a:avLst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70"/>
          <p:cNvSpPr/>
          <p:nvPr/>
        </p:nvSpPr>
        <p:spPr>
          <a:xfrm>
            <a:off x="3508897" y="2571756"/>
            <a:ext cx="2130600" cy="379800"/>
          </a:xfrm>
          <a:prstGeom prst="round2SameRect">
            <a:avLst>
              <a:gd name="adj1" fmla="val 2485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77" name="Google Shape;477;p70"/>
          <p:cNvSpPr txBox="1">
            <a:spLocks noGrp="1"/>
          </p:cNvSpPr>
          <p:nvPr>
            <p:ph type="body" idx="4"/>
          </p:nvPr>
        </p:nvSpPr>
        <p:spPr>
          <a:xfrm>
            <a:off x="1172475" y="1372575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u="none"/>
              <a:t>Used to construct different candy types and packaging variants improving flexibility and reducing duplication</a:t>
            </a:r>
            <a:endParaRPr lang="en-US" u="none"/>
          </a:p>
        </p:txBody>
      </p:sp>
      <p:sp>
        <p:nvSpPr>
          <p:cNvPr id="478" name="Google Shape;478;p70"/>
          <p:cNvSpPr txBox="1">
            <a:spLocks noGrp="1"/>
          </p:cNvSpPr>
          <p:nvPr>
            <p:ph type="subTitle" idx="1"/>
          </p:nvPr>
        </p:nvSpPr>
        <p:spPr>
          <a:xfrm>
            <a:off x="1062065" y="917207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Factory Pattern (Multiple)</a:t>
            </a:r>
            <a:endParaRPr sz="1200"/>
          </a:p>
        </p:txBody>
      </p:sp>
      <p:sp>
        <p:nvSpPr>
          <p:cNvPr id="479" name="Google Shape;479;p70"/>
          <p:cNvSpPr txBox="1">
            <a:spLocks noGrp="1"/>
          </p:cNvSpPr>
          <p:nvPr>
            <p:ph type="title"/>
          </p:nvPr>
        </p:nvSpPr>
        <p:spPr>
          <a:xfrm>
            <a:off x="956150" y="327150"/>
            <a:ext cx="5107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Oriented Design (OOD) Patterns Implemented</a:t>
            </a:r>
            <a:endParaRPr/>
          </a:p>
        </p:txBody>
      </p:sp>
      <p:sp>
        <p:nvSpPr>
          <p:cNvPr id="480" name="Google Shape;480;p70"/>
          <p:cNvSpPr txBox="1">
            <a:spLocks noGrp="1"/>
          </p:cNvSpPr>
          <p:nvPr>
            <p:ph type="body" idx="5"/>
          </p:nvPr>
        </p:nvSpPr>
        <p:spPr>
          <a:xfrm>
            <a:off x="3618100" y="1372575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u="none"/>
              <a:t>Inventory Subject notifies observers when stock reaches low threshold (Admin UI)</a:t>
            </a:r>
            <a:endParaRPr lang="en-US" u="none"/>
          </a:p>
        </p:txBody>
      </p:sp>
      <p:sp>
        <p:nvSpPr>
          <p:cNvPr id="481" name="Google Shape;481;p70"/>
          <p:cNvSpPr txBox="1">
            <a:spLocks noGrp="1"/>
          </p:cNvSpPr>
          <p:nvPr>
            <p:ph type="subTitle" idx="2"/>
          </p:nvPr>
        </p:nvSpPr>
        <p:spPr>
          <a:xfrm>
            <a:off x="3507690" y="917207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Observer Pattern</a:t>
            </a:r>
            <a:endParaRPr/>
          </a:p>
        </p:txBody>
      </p:sp>
      <p:sp>
        <p:nvSpPr>
          <p:cNvPr id="482" name="Google Shape;482;p70"/>
          <p:cNvSpPr txBox="1">
            <a:spLocks noGrp="1"/>
          </p:cNvSpPr>
          <p:nvPr>
            <p:ph type="body" idx="6"/>
          </p:nvPr>
        </p:nvSpPr>
        <p:spPr>
          <a:xfrm>
            <a:off x="6067050" y="1372575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u="none" err="1"/>
              <a:t>DataSource</a:t>
            </a:r>
            <a:r>
              <a:rPr lang="en" u="none"/>
              <a:t> and </a:t>
            </a:r>
            <a:r>
              <a:rPr lang="en" u="none" err="1"/>
              <a:t>UserManage</a:t>
            </a:r>
            <a:r>
              <a:rPr lang="en" u="none"/>
              <a:t> ensure only one instance of database and user state exists</a:t>
            </a:r>
            <a:endParaRPr lang="en-US" u="none"/>
          </a:p>
        </p:txBody>
      </p:sp>
      <p:sp>
        <p:nvSpPr>
          <p:cNvPr id="483" name="Google Shape;483;p70"/>
          <p:cNvSpPr txBox="1">
            <a:spLocks noGrp="1"/>
          </p:cNvSpPr>
          <p:nvPr>
            <p:ph type="subTitle" idx="3"/>
          </p:nvPr>
        </p:nvSpPr>
        <p:spPr>
          <a:xfrm>
            <a:off x="5956640" y="930814"/>
            <a:ext cx="2340867" cy="3598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200"/>
              <a:t>Singleton Pattern (Multiple)</a:t>
            </a:r>
            <a:endParaRPr lang="en-US" sz="120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sz="1200"/>
          </a:p>
        </p:txBody>
      </p:sp>
      <p:sp>
        <p:nvSpPr>
          <p:cNvPr id="484" name="Google Shape;484;p70"/>
          <p:cNvSpPr txBox="1">
            <a:spLocks noGrp="1"/>
          </p:cNvSpPr>
          <p:nvPr>
            <p:ph type="body" idx="15"/>
          </p:nvPr>
        </p:nvSpPr>
        <p:spPr>
          <a:xfrm>
            <a:off x="6067050" y="3007600"/>
            <a:ext cx="19599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u="none"/>
              <a:t>Used for candy wrapping and packaging allowing for future enhancements without modifying candy base classes</a:t>
            </a:r>
            <a:endParaRPr lang="en-US" u="none"/>
          </a:p>
        </p:txBody>
      </p:sp>
      <p:sp>
        <p:nvSpPr>
          <p:cNvPr id="485" name="Google Shape;485;p70"/>
          <p:cNvSpPr txBox="1">
            <a:spLocks noGrp="1"/>
          </p:cNvSpPr>
          <p:nvPr>
            <p:ph type="subTitle" idx="7"/>
          </p:nvPr>
        </p:nvSpPr>
        <p:spPr>
          <a:xfrm>
            <a:off x="5956640" y="2552219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Decorator Pattern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70"/>
          <p:cNvSpPr txBox="1">
            <a:spLocks noGrp="1"/>
          </p:cNvSpPr>
          <p:nvPr>
            <p:ph type="body" idx="8"/>
          </p:nvPr>
        </p:nvSpPr>
        <p:spPr>
          <a:xfrm>
            <a:off x="3618088" y="3007588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u="none"/>
              <a:t>Handles discounts and cart item operations providing extensible pricing logic</a:t>
            </a:r>
            <a:endParaRPr lang="en-US" u="none"/>
          </a:p>
        </p:txBody>
      </p:sp>
      <p:sp>
        <p:nvSpPr>
          <p:cNvPr id="487" name="Google Shape;487;p70"/>
          <p:cNvSpPr txBox="1">
            <a:spLocks noGrp="1"/>
          </p:cNvSpPr>
          <p:nvPr>
            <p:ph type="subTitle" idx="9"/>
          </p:nvPr>
        </p:nvSpPr>
        <p:spPr>
          <a:xfrm>
            <a:off x="3508752" y="2552219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 Pattern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70"/>
          <p:cNvSpPr txBox="1">
            <a:spLocks noGrp="1"/>
          </p:cNvSpPr>
          <p:nvPr>
            <p:ph type="body" idx="13"/>
          </p:nvPr>
        </p:nvSpPr>
        <p:spPr>
          <a:xfrm>
            <a:off x="1171275" y="3007588"/>
            <a:ext cx="1913100" cy="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u="none"/>
              <a:t>Used for connecting the BE services into the FE user interface</a:t>
            </a:r>
            <a:endParaRPr lang="en-US" u="none"/>
          </a:p>
        </p:txBody>
      </p:sp>
      <p:sp>
        <p:nvSpPr>
          <p:cNvPr id="489" name="Google Shape;489;p70"/>
          <p:cNvSpPr txBox="1">
            <a:spLocks noGrp="1"/>
          </p:cNvSpPr>
          <p:nvPr>
            <p:ph type="subTitle" idx="14"/>
          </p:nvPr>
        </p:nvSpPr>
        <p:spPr>
          <a:xfrm>
            <a:off x="1060865" y="2552219"/>
            <a:ext cx="20211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Facade Pattern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0" name="Google Shape;490;p70" descr="Hexagonal icon."/>
          <p:cNvPicPr preferRelativeResize="0">
            <a:picLocks noGrp="1"/>
          </p:cNvPicPr>
          <p:nvPr>
            <p:ph type="pic" idx="16"/>
          </p:nvPr>
        </p:nvPicPr>
        <p:blipFill rotWithShape="1">
          <a:blip r:embed="rId3">
            <a:alphaModFix/>
          </a:blip>
          <a:srcRect t="6589" b="6597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491" name="Google Shape;491;p70"/>
          <p:cNvSpPr/>
          <p:nvPr/>
        </p:nvSpPr>
        <p:spPr>
          <a:xfrm>
            <a:off x="5720650" y="4601400"/>
            <a:ext cx="1354500" cy="318600"/>
          </a:xfrm>
          <a:prstGeom prst="roundRect">
            <a:avLst>
              <a:gd name="adj" fmla="val 1629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92" name="Google Shape;492;p70"/>
          <p:cNvSpPr txBox="1"/>
          <p:nvPr/>
        </p:nvSpPr>
        <p:spPr>
          <a:xfrm>
            <a:off x="5801200" y="4623000"/>
            <a:ext cx="1193400" cy="275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Candy Factory</a:t>
            </a:r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93" name="Google Shape;493;p70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94" name="Google Shape;494;p70"/>
          <p:cNvSpPr txBox="1">
            <a:spLocks noGrp="1"/>
          </p:cNvSpPr>
          <p:nvPr>
            <p:ph type="sldNum" idx="12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4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95" name="Google Shape;495;p70"/>
          <p:cNvSpPr/>
          <p:nvPr/>
        </p:nvSpPr>
        <p:spPr>
          <a:xfrm>
            <a:off x="7158725" y="4601400"/>
            <a:ext cx="1354500" cy="318600"/>
          </a:xfrm>
          <a:prstGeom prst="roundRect">
            <a:avLst>
              <a:gd name="adj" fmla="val 1629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96" name="Google Shape;496;p70"/>
          <p:cNvSpPr txBox="1"/>
          <p:nvPr/>
        </p:nvSpPr>
        <p:spPr>
          <a:xfrm>
            <a:off x="7220674" y="4623000"/>
            <a:ext cx="12306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OOD Patterns</a:t>
            </a:r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1"/>
          <p:cNvSpPr/>
          <p:nvPr/>
        </p:nvSpPr>
        <p:spPr>
          <a:xfrm>
            <a:off x="163275" y="103525"/>
            <a:ext cx="184200" cy="4948800"/>
          </a:xfrm>
          <a:prstGeom prst="roundRect">
            <a:avLst>
              <a:gd name="adj" fmla="val 2605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2" name="Google Shape;502;p71"/>
          <p:cNvSpPr/>
          <p:nvPr/>
        </p:nvSpPr>
        <p:spPr>
          <a:xfrm>
            <a:off x="7158725" y="4601400"/>
            <a:ext cx="1354500" cy="318600"/>
          </a:xfrm>
          <a:prstGeom prst="roundRect">
            <a:avLst>
              <a:gd name="adj" fmla="val 1629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3" name="Google Shape;503;p71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4" name="Google Shape;504;p71"/>
          <p:cNvSpPr txBox="1">
            <a:spLocks noGrp="1"/>
          </p:cNvSpPr>
          <p:nvPr>
            <p:ph type="sldNum" idx="12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5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5" name="Google Shape;505;p71"/>
          <p:cNvSpPr txBox="1">
            <a:spLocks noGrp="1"/>
          </p:cNvSpPr>
          <p:nvPr>
            <p:ph type="title"/>
          </p:nvPr>
        </p:nvSpPr>
        <p:spPr>
          <a:xfrm>
            <a:off x="3704375" y="327150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 Dashboard</a:t>
            </a:r>
            <a:endParaRPr/>
          </a:p>
        </p:txBody>
      </p:sp>
      <p:sp>
        <p:nvSpPr>
          <p:cNvPr id="506" name="Google Shape;506;p71"/>
          <p:cNvSpPr txBox="1">
            <a:spLocks noGrp="1"/>
          </p:cNvSpPr>
          <p:nvPr>
            <p:ph type="body" idx="4"/>
          </p:nvPr>
        </p:nvSpPr>
        <p:spPr>
          <a:xfrm>
            <a:off x="3704375" y="577612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Order Management, Inventory Management and Alerts, and User management (Factory)</a:t>
            </a:r>
            <a:endParaRPr/>
          </a:p>
        </p:txBody>
      </p:sp>
      <p:sp>
        <p:nvSpPr>
          <p:cNvPr id="507" name="Google Shape;507;p71"/>
          <p:cNvSpPr txBox="1">
            <a:spLocks noGrp="1"/>
          </p:cNvSpPr>
          <p:nvPr>
            <p:ph type="title" idx="5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Functionality</a:t>
            </a:r>
            <a:endParaRPr/>
          </a:p>
        </p:txBody>
      </p:sp>
      <p:sp>
        <p:nvSpPr>
          <p:cNvPr id="508" name="Google Shape;508;p71"/>
          <p:cNvSpPr txBox="1">
            <a:spLocks noGrp="1"/>
          </p:cNvSpPr>
          <p:nvPr>
            <p:ph type="title" idx="6"/>
          </p:nvPr>
        </p:nvSpPr>
        <p:spPr>
          <a:xfrm>
            <a:off x="455075" y="363850"/>
            <a:ext cx="2317800" cy="10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Functional Components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Travis Dagostino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513" name="Google Shape;513;p71"/>
          <p:cNvSpPr txBox="1">
            <a:spLocks noGrp="1"/>
          </p:cNvSpPr>
          <p:nvPr>
            <p:ph type="title" idx="16"/>
          </p:nvPr>
        </p:nvSpPr>
        <p:spPr>
          <a:xfrm>
            <a:off x="6524150" y="1448763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Login / User Management</a:t>
            </a:r>
            <a:endParaRPr/>
          </a:p>
        </p:txBody>
      </p:sp>
      <p:sp>
        <p:nvSpPr>
          <p:cNvPr id="514" name="Google Shape;514;p71"/>
          <p:cNvSpPr txBox="1">
            <a:spLocks noGrp="1"/>
          </p:cNvSpPr>
          <p:nvPr>
            <p:ph type="title" idx="17"/>
          </p:nvPr>
        </p:nvSpPr>
        <p:spPr>
          <a:xfrm>
            <a:off x="3706300" y="1425600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Customer Dashboard</a:t>
            </a:r>
            <a:endParaRPr/>
          </a:p>
        </p:txBody>
      </p:sp>
      <p:sp>
        <p:nvSpPr>
          <p:cNvPr id="515" name="Google Shape;515;p71"/>
          <p:cNvSpPr txBox="1">
            <a:spLocks noGrp="1"/>
          </p:cNvSpPr>
          <p:nvPr>
            <p:ph type="title" idx="18"/>
          </p:nvPr>
        </p:nvSpPr>
        <p:spPr>
          <a:xfrm>
            <a:off x="6520725" y="422363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Inventory Stock Alert</a:t>
            </a:r>
            <a:endParaRPr/>
          </a:p>
        </p:txBody>
      </p:sp>
      <p:sp>
        <p:nvSpPr>
          <p:cNvPr id="516" name="Google Shape;516;p71"/>
          <p:cNvSpPr txBox="1">
            <a:spLocks noGrp="1"/>
          </p:cNvSpPr>
          <p:nvPr>
            <p:ph type="body" idx="1"/>
          </p:nvPr>
        </p:nvSpPr>
        <p:spPr>
          <a:xfrm>
            <a:off x="6524150" y="1972725"/>
            <a:ext cx="2391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Implemented basic user management/auth through local CSV storage and password hashing (Singleton)</a:t>
            </a:r>
            <a:endParaRPr/>
          </a:p>
        </p:txBody>
      </p:sp>
      <p:sp>
        <p:nvSpPr>
          <p:cNvPr id="517" name="Google Shape;517;p71"/>
          <p:cNvSpPr txBox="1">
            <a:spLocks noGrp="1"/>
          </p:cNvSpPr>
          <p:nvPr>
            <p:ph type="body" idx="21"/>
          </p:nvPr>
        </p:nvSpPr>
        <p:spPr>
          <a:xfrm>
            <a:off x="3706300" y="1929751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Connected Customer Dashboard to login flow</a:t>
            </a:r>
            <a:endParaRPr/>
          </a:p>
        </p:txBody>
      </p:sp>
      <p:sp>
        <p:nvSpPr>
          <p:cNvPr id="518" name="Google Shape;518;p71"/>
          <p:cNvSpPr txBox="1">
            <a:spLocks noGrp="1"/>
          </p:cNvSpPr>
          <p:nvPr>
            <p:ph type="body" idx="2"/>
          </p:nvPr>
        </p:nvSpPr>
        <p:spPr>
          <a:xfrm>
            <a:off x="6520725" y="679151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Connected BE Inventory alerts with the Admin Dashboard (Observer)</a:t>
            </a:r>
            <a:endParaRPr/>
          </a:p>
        </p:txBody>
      </p:sp>
      <p:pic>
        <p:nvPicPr>
          <p:cNvPr id="519" name="Google Shape;519;p71" descr="Hexagonal icon."/>
          <p:cNvPicPr preferRelativeResize="0">
            <a:picLocks noGrp="1"/>
          </p:cNvPicPr>
          <p:nvPr>
            <p:ph type="pic" idx="23"/>
          </p:nvPr>
        </p:nvPicPr>
        <p:blipFill rotWithShape="1">
          <a:blip r:embed="rId3">
            <a:alphaModFix/>
          </a:blip>
          <a:srcRect t="6589" b="6597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520" name="Google Shape;520;p71"/>
          <p:cNvSpPr/>
          <p:nvPr/>
        </p:nvSpPr>
        <p:spPr>
          <a:xfrm>
            <a:off x="5720650" y="4601400"/>
            <a:ext cx="1354500" cy="318600"/>
          </a:xfrm>
          <a:prstGeom prst="roundRect">
            <a:avLst>
              <a:gd name="adj" fmla="val 1629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21" name="Google Shape;521;p71"/>
          <p:cNvSpPr txBox="1"/>
          <p:nvPr/>
        </p:nvSpPr>
        <p:spPr>
          <a:xfrm>
            <a:off x="5730000" y="4614225"/>
            <a:ext cx="13182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Candy Factory</a:t>
            </a:r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22" name="Google Shape;522;p71"/>
          <p:cNvSpPr/>
          <p:nvPr/>
        </p:nvSpPr>
        <p:spPr>
          <a:xfrm>
            <a:off x="3209003" y="422375"/>
            <a:ext cx="425400" cy="425400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24" name="Google Shape;524;p71"/>
          <p:cNvSpPr/>
          <p:nvPr/>
        </p:nvSpPr>
        <p:spPr>
          <a:xfrm>
            <a:off x="3207503" y="1538520"/>
            <a:ext cx="425400" cy="425400"/>
          </a:xfrm>
          <a:prstGeom prst="ellipse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26" name="Google Shape;526;p71"/>
          <p:cNvSpPr/>
          <p:nvPr/>
        </p:nvSpPr>
        <p:spPr>
          <a:xfrm>
            <a:off x="6021975" y="1537184"/>
            <a:ext cx="425400" cy="425400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28" name="Google Shape;528;p71"/>
          <p:cNvSpPr/>
          <p:nvPr/>
        </p:nvSpPr>
        <p:spPr>
          <a:xfrm>
            <a:off x="6025353" y="533782"/>
            <a:ext cx="425400" cy="425400"/>
          </a:xfrm>
          <a:prstGeom prst="ellipse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0" name="Google Shape;530;p71"/>
          <p:cNvSpPr txBox="1">
            <a:spLocks noGrp="1"/>
          </p:cNvSpPr>
          <p:nvPr>
            <p:ph type="title" idx="16"/>
          </p:nvPr>
        </p:nvSpPr>
        <p:spPr>
          <a:xfrm>
            <a:off x="3627438" y="2702863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Maven Scripts</a:t>
            </a:r>
            <a:endParaRPr/>
          </a:p>
        </p:txBody>
      </p:sp>
      <p:sp>
        <p:nvSpPr>
          <p:cNvPr id="531" name="Google Shape;531;p71"/>
          <p:cNvSpPr txBox="1">
            <a:spLocks noGrp="1"/>
          </p:cNvSpPr>
          <p:nvPr>
            <p:ph type="body" idx="1"/>
          </p:nvPr>
        </p:nvSpPr>
        <p:spPr>
          <a:xfrm>
            <a:off x="3627413" y="2953813"/>
            <a:ext cx="2391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Configured Maven for the project and built the scripts that run different sections of the application - i.e. login flow versus demo flow when testing BE</a:t>
            </a:r>
            <a:endParaRPr/>
          </a:p>
        </p:txBody>
      </p:sp>
      <p:sp>
        <p:nvSpPr>
          <p:cNvPr id="533" name="Google Shape;533;p71"/>
          <p:cNvSpPr/>
          <p:nvPr/>
        </p:nvSpPr>
        <p:spPr>
          <a:xfrm>
            <a:off x="3200103" y="2845713"/>
            <a:ext cx="425400" cy="425400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2"/>
          <p:cNvSpPr/>
          <p:nvPr/>
        </p:nvSpPr>
        <p:spPr>
          <a:xfrm>
            <a:off x="163275" y="103525"/>
            <a:ext cx="184200" cy="4948800"/>
          </a:xfrm>
          <a:prstGeom prst="roundRect">
            <a:avLst>
              <a:gd name="adj" fmla="val 2605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9" name="Google Shape;539;p72"/>
          <p:cNvSpPr/>
          <p:nvPr/>
        </p:nvSpPr>
        <p:spPr>
          <a:xfrm>
            <a:off x="7158725" y="4601400"/>
            <a:ext cx="1354500" cy="318600"/>
          </a:xfrm>
          <a:prstGeom prst="roundRect">
            <a:avLst>
              <a:gd name="adj" fmla="val 1629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40" name="Google Shape;540;p72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41" name="Google Shape;541;p72"/>
          <p:cNvSpPr txBox="1">
            <a:spLocks noGrp="1"/>
          </p:cNvSpPr>
          <p:nvPr>
            <p:ph type="sldNum" idx="12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6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42" name="Google Shape;542;p72"/>
          <p:cNvSpPr txBox="1">
            <a:spLocks noGrp="1"/>
          </p:cNvSpPr>
          <p:nvPr>
            <p:ph type="title"/>
          </p:nvPr>
        </p:nvSpPr>
        <p:spPr>
          <a:xfrm>
            <a:off x="3704375" y="327150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Management</a:t>
            </a:r>
            <a:endParaRPr/>
          </a:p>
        </p:txBody>
      </p:sp>
      <p:sp>
        <p:nvSpPr>
          <p:cNvPr id="543" name="Google Shape;543;p72"/>
          <p:cNvSpPr txBox="1">
            <a:spLocks noGrp="1"/>
          </p:cNvSpPr>
          <p:nvPr>
            <p:ph type="body" idx="4"/>
          </p:nvPr>
        </p:nvSpPr>
        <p:spPr>
          <a:xfrm>
            <a:off x="3704375" y="577612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Implemented BE logic for order creation, inventory updates, and discount system (Command Pattern)</a:t>
            </a:r>
            <a:endParaRPr/>
          </a:p>
        </p:txBody>
      </p:sp>
      <p:sp>
        <p:nvSpPr>
          <p:cNvPr id="544" name="Google Shape;544;p72"/>
          <p:cNvSpPr txBox="1">
            <a:spLocks noGrp="1"/>
          </p:cNvSpPr>
          <p:nvPr>
            <p:ph type="title" idx="5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Functionality</a:t>
            </a:r>
            <a:endParaRPr/>
          </a:p>
        </p:txBody>
      </p:sp>
      <p:sp>
        <p:nvSpPr>
          <p:cNvPr id="545" name="Google Shape;545;p72"/>
          <p:cNvSpPr txBox="1">
            <a:spLocks noGrp="1"/>
          </p:cNvSpPr>
          <p:nvPr>
            <p:ph type="title" idx="6"/>
          </p:nvPr>
        </p:nvSpPr>
        <p:spPr>
          <a:xfrm>
            <a:off x="455075" y="363850"/>
            <a:ext cx="2317800" cy="10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Functional Components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Abdulraheem Giwa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550" name="Google Shape;550;p72"/>
          <p:cNvSpPr txBox="1">
            <a:spLocks noGrp="1"/>
          </p:cNvSpPr>
          <p:nvPr>
            <p:ph type="title" idx="16"/>
          </p:nvPr>
        </p:nvSpPr>
        <p:spPr>
          <a:xfrm>
            <a:off x="6524150" y="1448763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Facade</a:t>
            </a:r>
            <a:endParaRPr/>
          </a:p>
        </p:txBody>
      </p:sp>
      <p:sp>
        <p:nvSpPr>
          <p:cNvPr id="551" name="Google Shape;551;p72"/>
          <p:cNvSpPr txBox="1">
            <a:spLocks noGrp="1"/>
          </p:cNvSpPr>
          <p:nvPr>
            <p:ph type="title" idx="17"/>
          </p:nvPr>
        </p:nvSpPr>
        <p:spPr>
          <a:xfrm>
            <a:off x="3706300" y="1425600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Persistance</a:t>
            </a:r>
            <a:endParaRPr/>
          </a:p>
        </p:txBody>
      </p:sp>
      <p:sp>
        <p:nvSpPr>
          <p:cNvPr id="552" name="Google Shape;552;p72"/>
          <p:cNvSpPr txBox="1">
            <a:spLocks noGrp="1"/>
          </p:cNvSpPr>
          <p:nvPr>
            <p:ph type="title" idx="18"/>
          </p:nvPr>
        </p:nvSpPr>
        <p:spPr>
          <a:xfrm>
            <a:off x="6520725" y="422363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Low-stock Alerts</a:t>
            </a:r>
            <a:endParaRPr/>
          </a:p>
        </p:txBody>
      </p:sp>
      <p:sp>
        <p:nvSpPr>
          <p:cNvPr id="553" name="Google Shape;553;p72"/>
          <p:cNvSpPr txBox="1">
            <a:spLocks noGrp="1"/>
          </p:cNvSpPr>
          <p:nvPr>
            <p:ph type="body" idx="1"/>
          </p:nvPr>
        </p:nvSpPr>
        <p:spPr>
          <a:xfrm>
            <a:off x="6525650" y="1703575"/>
            <a:ext cx="2391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Provided a backend facade for the front end UI to connect with</a:t>
            </a:r>
            <a:endParaRPr/>
          </a:p>
        </p:txBody>
      </p:sp>
      <p:sp>
        <p:nvSpPr>
          <p:cNvPr id="554" name="Google Shape;554;p72"/>
          <p:cNvSpPr txBox="1">
            <a:spLocks noGrp="1"/>
          </p:cNvSpPr>
          <p:nvPr>
            <p:ph type="body" idx="21"/>
          </p:nvPr>
        </p:nvSpPr>
        <p:spPr>
          <a:xfrm>
            <a:off x="3706300" y="1703576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Ensure data for orders persisted across sessions through use of CSVs</a:t>
            </a:r>
            <a:endParaRPr/>
          </a:p>
        </p:txBody>
      </p:sp>
      <p:sp>
        <p:nvSpPr>
          <p:cNvPr id="555" name="Google Shape;555;p72"/>
          <p:cNvSpPr txBox="1">
            <a:spLocks noGrp="1"/>
          </p:cNvSpPr>
          <p:nvPr>
            <p:ph type="body" idx="2"/>
          </p:nvPr>
        </p:nvSpPr>
        <p:spPr>
          <a:xfrm>
            <a:off x="6520725" y="679151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Implemented low-stock alerts for the BE (Observer Pattern)</a:t>
            </a:r>
            <a:endParaRPr/>
          </a:p>
        </p:txBody>
      </p:sp>
      <p:pic>
        <p:nvPicPr>
          <p:cNvPr id="556" name="Google Shape;556;p72" descr="Hexagonal icon."/>
          <p:cNvPicPr preferRelativeResize="0">
            <a:picLocks noGrp="1"/>
          </p:cNvPicPr>
          <p:nvPr>
            <p:ph type="pic" idx="23"/>
          </p:nvPr>
        </p:nvPicPr>
        <p:blipFill rotWithShape="1">
          <a:blip r:embed="rId3">
            <a:alphaModFix/>
          </a:blip>
          <a:srcRect t="6589" b="6597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557" name="Google Shape;557;p72"/>
          <p:cNvSpPr/>
          <p:nvPr/>
        </p:nvSpPr>
        <p:spPr>
          <a:xfrm>
            <a:off x="5720650" y="4601400"/>
            <a:ext cx="1354500" cy="318600"/>
          </a:xfrm>
          <a:prstGeom prst="roundRect">
            <a:avLst>
              <a:gd name="adj" fmla="val 1629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58" name="Google Shape;558;p72"/>
          <p:cNvSpPr txBox="1"/>
          <p:nvPr/>
        </p:nvSpPr>
        <p:spPr>
          <a:xfrm>
            <a:off x="5730000" y="4614225"/>
            <a:ext cx="13182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Candy Factory</a:t>
            </a:r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59" name="Google Shape;559;p72"/>
          <p:cNvSpPr/>
          <p:nvPr/>
        </p:nvSpPr>
        <p:spPr>
          <a:xfrm>
            <a:off x="3263432" y="429179"/>
            <a:ext cx="425400" cy="425400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1" name="Google Shape;561;p72"/>
          <p:cNvSpPr/>
          <p:nvPr/>
        </p:nvSpPr>
        <p:spPr>
          <a:xfrm>
            <a:off x="3261932" y="1524717"/>
            <a:ext cx="425400" cy="425400"/>
          </a:xfrm>
          <a:prstGeom prst="ellipse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3" name="Google Shape;563;p72"/>
          <p:cNvSpPr/>
          <p:nvPr/>
        </p:nvSpPr>
        <p:spPr>
          <a:xfrm>
            <a:off x="6096815" y="1530381"/>
            <a:ext cx="425400" cy="425400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7" name="Google Shape;567;p72"/>
          <p:cNvSpPr txBox="1">
            <a:spLocks noGrp="1"/>
          </p:cNvSpPr>
          <p:nvPr>
            <p:ph type="title" idx="16"/>
          </p:nvPr>
        </p:nvSpPr>
        <p:spPr>
          <a:xfrm>
            <a:off x="3627451" y="2464025"/>
            <a:ext cx="22374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Compilation Validation</a:t>
            </a:r>
            <a:endParaRPr/>
          </a:p>
        </p:txBody>
      </p:sp>
      <p:sp>
        <p:nvSpPr>
          <p:cNvPr id="568" name="Google Shape;568;p72"/>
          <p:cNvSpPr txBox="1">
            <a:spLocks noGrp="1"/>
          </p:cNvSpPr>
          <p:nvPr>
            <p:ph type="body" idx="1"/>
          </p:nvPr>
        </p:nvSpPr>
        <p:spPr>
          <a:xfrm>
            <a:off x="3627413" y="2714963"/>
            <a:ext cx="2391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Ensure backend compiles and runs under primary Maven script (mvn clean javafx:run -P login-ui)</a:t>
            </a:r>
            <a:endParaRPr/>
          </a:p>
        </p:txBody>
      </p:sp>
      <p:sp>
        <p:nvSpPr>
          <p:cNvPr id="570" name="Google Shape;570;p72"/>
          <p:cNvSpPr/>
          <p:nvPr/>
        </p:nvSpPr>
        <p:spPr>
          <a:xfrm>
            <a:off x="3186495" y="2566042"/>
            <a:ext cx="425400" cy="425400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" name="Google Shape;561;p72">
            <a:extLst>
              <a:ext uri="{FF2B5EF4-FFF2-40B4-BE49-F238E27FC236}">
                <a16:creationId xmlns:a16="http://schemas.microsoft.com/office/drawing/2014/main" id="{7974DC6C-DADB-C75B-AA16-C3FEFF4A7724}"/>
              </a:ext>
            </a:extLst>
          </p:cNvPr>
          <p:cNvSpPr/>
          <p:nvPr/>
        </p:nvSpPr>
        <p:spPr>
          <a:xfrm>
            <a:off x="6099020" y="531396"/>
            <a:ext cx="425400" cy="425400"/>
          </a:xfrm>
          <a:prstGeom prst="ellipse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3"/>
          <p:cNvSpPr/>
          <p:nvPr/>
        </p:nvSpPr>
        <p:spPr>
          <a:xfrm>
            <a:off x="163275" y="103525"/>
            <a:ext cx="184200" cy="4948800"/>
          </a:xfrm>
          <a:prstGeom prst="roundRect">
            <a:avLst>
              <a:gd name="adj" fmla="val 2605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76" name="Google Shape;576;p73"/>
          <p:cNvSpPr/>
          <p:nvPr/>
        </p:nvSpPr>
        <p:spPr>
          <a:xfrm>
            <a:off x="7158725" y="4601400"/>
            <a:ext cx="1354500" cy="318600"/>
          </a:xfrm>
          <a:prstGeom prst="roundRect">
            <a:avLst>
              <a:gd name="adj" fmla="val 1629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77" name="Google Shape;577;p73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78" name="Google Shape;578;p73"/>
          <p:cNvSpPr txBox="1">
            <a:spLocks noGrp="1"/>
          </p:cNvSpPr>
          <p:nvPr>
            <p:ph type="sldNum" idx="12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7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79" name="Google Shape;579;p73"/>
          <p:cNvSpPr txBox="1">
            <a:spLocks noGrp="1"/>
          </p:cNvSpPr>
          <p:nvPr>
            <p:ph type="title"/>
          </p:nvPr>
        </p:nvSpPr>
        <p:spPr>
          <a:xfrm>
            <a:off x="3702450" y="422375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Dashboard</a:t>
            </a:r>
            <a:endParaRPr/>
          </a:p>
        </p:txBody>
      </p:sp>
      <p:sp>
        <p:nvSpPr>
          <p:cNvPr id="580" name="Google Shape;580;p73"/>
          <p:cNvSpPr txBox="1">
            <a:spLocks noGrp="1"/>
          </p:cNvSpPr>
          <p:nvPr>
            <p:ph type="body" idx="4"/>
          </p:nvPr>
        </p:nvSpPr>
        <p:spPr>
          <a:xfrm>
            <a:off x="3702450" y="672837"/>
            <a:ext cx="22374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"/>
              <a:t>Central location for allowing users to place an order - orders are tracked for a given user, and user profile is stored</a:t>
            </a:r>
            <a:endParaRPr/>
          </a:p>
        </p:txBody>
      </p:sp>
      <p:sp>
        <p:nvSpPr>
          <p:cNvPr id="581" name="Google Shape;581;p73"/>
          <p:cNvSpPr txBox="1">
            <a:spLocks noGrp="1"/>
          </p:cNvSpPr>
          <p:nvPr>
            <p:ph type="title" idx="5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Functionality</a:t>
            </a:r>
            <a:endParaRPr/>
          </a:p>
        </p:txBody>
      </p:sp>
      <p:sp>
        <p:nvSpPr>
          <p:cNvPr id="582" name="Google Shape;582;p73"/>
          <p:cNvSpPr txBox="1">
            <a:spLocks noGrp="1"/>
          </p:cNvSpPr>
          <p:nvPr>
            <p:ph type="title" idx="6"/>
          </p:nvPr>
        </p:nvSpPr>
        <p:spPr>
          <a:xfrm>
            <a:off x="455075" y="363850"/>
            <a:ext cx="2317800" cy="10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Functional Components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Kelly Payne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587" name="Google Shape;587;p73"/>
          <p:cNvSpPr txBox="1">
            <a:spLocks noGrp="1"/>
          </p:cNvSpPr>
          <p:nvPr>
            <p:ph type="title" idx="16"/>
          </p:nvPr>
        </p:nvSpPr>
        <p:spPr>
          <a:xfrm>
            <a:off x="6524150" y="1448763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Checkout</a:t>
            </a:r>
            <a:endParaRPr/>
          </a:p>
        </p:txBody>
      </p:sp>
      <p:sp>
        <p:nvSpPr>
          <p:cNvPr id="588" name="Google Shape;588;p73"/>
          <p:cNvSpPr txBox="1">
            <a:spLocks noGrp="1"/>
          </p:cNvSpPr>
          <p:nvPr>
            <p:ph type="title" idx="17"/>
          </p:nvPr>
        </p:nvSpPr>
        <p:spPr>
          <a:xfrm>
            <a:off x="3704375" y="1520825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</a:t>
            </a:r>
            <a:endParaRPr/>
          </a:p>
        </p:txBody>
      </p:sp>
      <p:sp>
        <p:nvSpPr>
          <p:cNvPr id="589" name="Google Shape;589;p73"/>
          <p:cNvSpPr txBox="1">
            <a:spLocks noGrp="1"/>
          </p:cNvSpPr>
          <p:nvPr>
            <p:ph type="title" idx="18"/>
          </p:nvPr>
        </p:nvSpPr>
        <p:spPr>
          <a:xfrm>
            <a:off x="6520725" y="422363"/>
            <a:ext cx="20091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Candy Catalog</a:t>
            </a:r>
            <a:endParaRPr/>
          </a:p>
        </p:txBody>
      </p:sp>
      <p:sp>
        <p:nvSpPr>
          <p:cNvPr id="590" name="Google Shape;590;p73"/>
          <p:cNvSpPr txBox="1">
            <a:spLocks noGrp="1"/>
          </p:cNvSpPr>
          <p:nvPr>
            <p:ph type="body" idx="1"/>
          </p:nvPr>
        </p:nvSpPr>
        <p:spPr>
          <a:xfrm>
            <a:off x="6525125" y="1760199"/>
            <a:ext cx="2391300" cy="11725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"/>
              <a:t>Implemented order submission and checkout through UI, finalizing the cart and clearing it after the order is placed</a:t>
            </a:r>
          </a:p>
        </p:txBody>
      </p:sp>
      <p:sp>
        <p:nvSpPr>
          <p:cNvPr id="591" name="Google Shape;591;p73"/>
          <p:cNvSpPr txBox="1">
            <a:spLocks noGrp="1"/>
          </p:cNvSpPr>
          <p:nvPr>
            <p:ph type="body" idx="21"/>
          </p:nvPr>
        </p:nvSpPr>
        <p:spPr>
          <a:xfrm>
            <a:off x="3706825" y="1807050"/>
            <a:ext cx="2237400" cy="4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"/>
              <a:t>Ability to add items to cart, review items, and cart summary</a:t>
            </a:r>
            <a:endParaRPr/>
          </a:p>
        </p:txBody>
      </p:sp>
      <p:sp>
        <p:nvSpPr>
          <p:cNvPr id="592" name="Google Shape;592;p73"/>
          <p:cNvSpPr txBox="1">
            <a:spLocks noGrp="1"/>
          </p:cNvSpPr>
          <p:nvPr>
            <p:ph type="body" idx="2"/>
          </p:nvPr>
        </p:nvSpPr>
        <p:spPr>
          <a:xfrm>
            <a:off x="6520725" y="671102"/>
            <a:ext cx="2237400" cy="7698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"/>
              <a:t>Available candies, quantities, weight, price, and wrapping/packaging options, loaded from a CSV file </a:t>
            </a:r>
          </a:p>
        </p:txBody>
      </p:sp>
      <p:pic>
        <p:nvPicPr>
          <p:cNvPr id="593" name="Google Shape;593;p73" descr="Hexagonal icon."/>
          <p:cNvPicPr preferRelativeResize="0">
            <a:picLocks noGrp="1"/>
          </p:cNvPicPr>
          <p:nvPr>
            <p:ph type="pic" idx="23"/>
          </p:nvPr>
        </p:nvPicPr>
        <p:blipFill rotWithShape="1">
          <a:blip r:embed="rId3">
            <a:alphaModFix/>
          </a:blip>
          <a:srcRect t="6589" b="6597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594" name="Google Shape;594;p73"/>
          <p:cNvSpPr/>
          <p:nvPr/>
        </p:nvSpPr>
        <p:spPr>
          <a:xfrm>
            <a:off x="5720650" y="4601400"/>
            <a:ext cx="1354500" cy="318600"/>
          </a:xfrm>
          <a:prstGeom prst="roundRect">
            <a:avLst>
              <a:gd name="adj" fmla="val 1629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95" name="Google Shape;595;p73"/>
          <p:cNvSpPr txBox="1"/>
          <p:nvPr/>
        </p:nvSpPr>
        <p:spPr>
          <a:xfrm>
            <a:off x="5730000" y="4614225"/>
            <a:ext cx="13182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Candy Factory</a:t>
            </a:r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96" name="Google Shape;596;p73"/>
          <p:cNvSpPr/>
          <p:nvPr/>
        </p:nvSpPr>
        <p:spPr>
          <a:xfrm>
            <a:off x="3275114" y="517600"/>
            <a:ext cx="425400" cy="425400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98" name="Google Shape;598;p73"/>
          <p:cNvSpPr/>
          <p:nvPr/>
        </p:nvSpPr>
        <p:spPr>
          <a:xfrm>
            <a:off x="3275689" y="1596727"/>
            <a:ext cx="425400" cy="425400"/>
          </a:xfrm>
          <a:prstGeom prst="ellipse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00" name="Google Shape;600;p73"/>
          <p:cNvSpPr/>
          <p:nvPr/>
        </p:nvSpPr>
        <p:spPr>
          <a:xfrm>
            <a:off x="6096814" y="1543988"/>
            <a:ext cx="425400" cy="425400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02" name="Google Shape;602;p73"/>
          <p:cNvSpPr/>
          <p:nvPr/>
        </p:nvSpPr>
        <p:spPr>
          <a:xfrm>
            <a:off x="6106996" y="520175"/>
            <a:ext cx="425400" cy="425400"/>
          </a:xfrm>
          <a:prstGeom prst="ellipse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" name="Google Shape;596;p73">
            <a:extLst>
              <a:ext uri="{FF2B5EF4-FFF2-40B4-BE49-F238E27FC236}">
                <a16:creationId xmlns:a16="http://schemas.microsoft.com/office/drawing/2014/main" id="{CD0E25AE-E7FE-3F58-7793-F265EFE3F6CC}"/>
              </a:ext>
            </a:extLst>
          </p:cNvPr>
          <p:cNvSpPr/>
          <p:nvPr/>
        </p:nvSpPr>
        <p:spPr>
          <a:xfrm>
            <a:off x="3283163" y="2723107"/>
            <a:ext cx="425400" cy="425400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DE78A-539A-A3D9-7E71-EDD5F3D64909}"/>
              </a:ext>
            </a:extLst>
          </p:cNvPr>
          <p:cNvSpPr txBox="1"/>
          <p:nvPr/>
        </p:nvSpPr>
        <p:spPr>
          <a:xfrm>
            <a:off x="3736853" y="2987756"/>
            <a:ext cx="197412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Albert Sans"/>
              </a:rPr>
              <a:t>View past orders, and order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DA9C41-AEBF-8742-03D7-F6CF84E8B788}"/>
              </a:ext>
            </a:extLst>
          </p:cNvPr>
          <p:cNvSpPr txBox="1"/>
          <p:nvPr/>
        </p:nvSpPr>
        <p:spPr>
          <a:xfrm>
            <a:off x="3705533" y="2723288"/>
            <a:ext cx="189999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lbert Sans"/>
              </a:rPr>
              <a:t>Order Management</a:t>
            </a:r>
            <a:endParaRPr lang="en-US">
              <a:latin typeface="Albert Sans"/>
            </a:endParaRPr>
          </a:p>
          <a:p>
            <a:pPr algn="l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4"/>
          <p:cNvSpPr/>
          <p:nvPr/>
        </p:nvSpPr>
        <p:spPr>
          <a:xfrm>
            <a:off x="7158725" y="4601400"/>
            <a:ext cx="1354500" cy="318600"/>
          </a:xfrm>
          <a:prstGeom prst="roundRect">
            <a:avLst>
              <a:gd name="adj" fmla="val 1629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08" name="Google Shape;608;p74"/>
          <p:cNvSpPr/>
          <p:nvPr/>
        </p:nvSpPr>
        <p:spPr>
          <a:xfrm>
            <a:off x="8596792" y="4601400"/>
            <a:ext cx="318600" cy="318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09" name="Google Shape;609;p74"/>
          <p:cNvSpPr txBox="1">
            <a:spLocks noGrp="1"/>
          </p:cNvSpPr>
          <p:nvPr>
            <p:ph type="sldNum" idx="12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8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10" name="Google Shape;610;p74"/>
          <p:cNvSpPr txBox="1">
            <a:spLocks noGrp="1"/>
          </p:cNvSpPr>
          <p:nvPr>
            <p:ph type="body" idx="1"/>
          </p:nvPr>
        </p:nvSpPr>
        <p:spPr>
          <a:xfrm>
            <a:off x="970234" y="770775"/>
            <a:ext cx="3729900" cy="16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main issues that came up occurred in regards to coding conflicts and connecting individual contributions to the larger application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74"/>
          <p:cNvSpPr txBox="1">
            <a:spLocks noGrp="1"/>
          </p:cNvSpPr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Changes/Issues Encountered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12" name="Google Shape;612;p74"/>
          <p:cNvSpPr txBox="1">
            <a:spLocks noGrp="1"/>
          </p:cNvSpPr>
          <p:nvPr>
            <p:ph type="body" idx="2"/>
          </p:nvPr>
        </p:nvSpPr>
        <p:spPr>
          <a:xfrm>
            <a:off x="5235225" y="824225"/>
            <a:ext cx="3321600" cy="34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Some UI and backend components initially conflicted in Source control, required cleanup and merge resolution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Unifying Backend via a facade with the UI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Primary architecture change was a shift in focus from handling online versus in-person stores to an application for Customers/Admin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Iterative improvements to the application - there’s always more that could be done!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613" name="Google Shape;613;p74" descr="Hexagonal icon.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6589" b="6597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614" name="Google Shape;614;p74"/>
          <p:cNvSpPr txBox="1">
            <a:spLocks noGrp="1"/>
          </p:cNvSpPr>
          <p:nvPr>
            <p:ph type="title" idx="4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</a:t>
            </a:r>
            <a:endParaRPr/>
          </a:p>
        </p:txBody>
      </p:sp>
      <p:sp>
        <p:nvSpPr>
          <p:cNvPr id="615" name="Google Shape;615;p74"/>
          <p:cNvSpPr/>
          <p:nvPr/>
        </p:nvSpPr>
        <p:spPr>
          <a:xfrm>
            <a:off x="5720650" y="4601400"/>
            <a:ext cx="1354500" cy="318600"/>
          </a:xfrm>
          <a:prstGeom prst="roundRect">
            <a:avLst>
              <a:gd name="adj" fmla="val 1629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16" name="Google Shape;616;p74"/>
          <p:cNvSpPr txBox="1"/>
          <p:nvPr/>
        </p:nvSpPr>
        <p:spPr>
          <a:xfrm>
            <a:off x="5730000" y="4614225"/>
            <a:ext cx="13182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Candy Factory</a:t>
            </a:r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s Pitch">
  <a:themeElements>
    <a:clrScheme name="Simple Light">
      <a:dk1>
        <a:srgbClr val="08005F"/>
      </a:dk1>
      <a:lt1>
        <a:srgbClr val="FFFFFF"/>
      </a:lt1>
      <a:dk2>
        <a:srgbClr val="000000"/>
      </a:dk2>
      <a:lt2>
        <a:srgbClr val="B1A1FF"/>
      </a:lt2>
      <a:accent1>
        <a:srgbClr val="A1FF5F"/>
      </a:accent1>
      <a:accent2>
        <a:srgbClr val="1BBE90"/>
      </a:accent2>
      <a:accent3>
        <a:srgbClr val="0A485F"/>
      </a:accent3>
      <a:accent4>
        <a:srgbClr val="9ACAE0"/>
      </a:accent4>
      <a:accent5>
        <a:srgbClr val="D1D1EB"/>
      </a:accent5>
      <a:accent6>
        <a:srgbClr val="2837DB"/>
      </a:accent6>
      <a:hlink>
        <a:srgbClr val="2837D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ECA0D3FA1A72489F51880ECFD0C45F" ma:contentTypeVersion="11" ma:contentTypeDescription="Create a new document." ma:contentTypeScope="" ma:versionID="6ac53110695f38497e21b36c3b9fb1ae">
  <xsd:schema xmlns:xsd="http://www.w3.org/2001/XMLSchema" xmlns:xs="http://www.w3.org/2001/XMLSchema" xmlns:p="http://schemas.microsoft.com/office/2006/metadata/properties" xmlns:ns2="2ea8f08f-f647-4988-a21b-9381e5370df1" xmlns:ns3="0cc66b54-e402-4aa7-9227-d4918fe7d70f" targetNamespace="http://schemas.microsoft.com/office/2006/metadata/properties" ma:root="true" ma:fieldsID="dc815defd882e8c40e23400b0916381c" ns2:_="" ns3:_="">
    <xsd:import namespace="2ea8f08f-f647-4988-a21b-9381e5370df1"/>
    <xsd:import namespace="0cc66b54-e402-4aa7-9227-d4918fe7d7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a8f08f-f647-4988-a21b-9381e5370d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90c32e1-93e7-4c39-918c-ebc88d87cc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c66b54-e402-4aa7-9227-d4918fe7d70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de4928e-b3e1-4a30-9d3f-832860e15a0e}" ma:internalName="TaxCatchAll" ma:showField="CatchAllData" ma:web="0cc66b54-e402-4aa7-9227-d4918fe7d7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ea8f08f-f647-4988-a21b-9381e5370df1">
      <Terms xmlns="http://schemas.microsoft.com/office/infopath/2007/PartnerControls"/>
    </lcf76f155ced4ddcb4097134ff3c332f>
    <TaxCatchAll xmlns="0cc66b54-e402-4aa7-9227-d4918fe7d70f" xsi:nil="true"/>
  </documentManagement>
</p:properties>
</file>

<file path=customXml/itemProps1.xml><?xml version="1.0" encoding="utf-8"?>
<ds:datastoreItem xmlns:ds="http://schemas.openxmlformats.org/officeDocument/2006/customXml" ds:itemID="{F900FBC5-65EF-4B19-9B17-1A61C377FC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69E759-A8AB-4D3E-9EE1-30FC5330580E}">
  <ds:schemaRefs>
    <ds:schemaRef ds:uri="0cc66b54-e402-4aa7-9227-d4918fe7d70f"/>
    <ds:schemaRef ds:uri="2ea8f08f-f647-4988-a21b-9381e5370d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8487A58-7828-4798-B2CD-C283B913CF73}">
  <ds:schemaRefs>
    <ds:schemaRef ds:uri="0cc66b54-e402-4aa7-9227-d4918fe7d70f"/>
    <ds:schemaRef ds:uri="2ea8f08f-f647-4988-a21b-9381e5370df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Sales Pitch</vt:lpstr>
      <vt:lpstr>November 30, 2025</vt:lpstr>
      <vt:lpstr>Content</vt:lpstr>
      <vt:lpstr>Project Summary</vt:lpstr>
      <vt:lpstr>Object Oriented Design (OOD) Patterns Implemented</vt:lpstr>
      <vt:lpstr>Admin Dashboard</vt:lpstr>
      <vt:lpstr>Order Management</vt:lpstr>
      <vt:lpstr>Customer Dashboard</vt:lpstr>
      <vt:lpstr>Changes/Issues Encountered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Kelly Payne</dc:creator>
  <cp:revision>1</cp:revision>
  <dcterms:modified xsi:type="dcterms:W3CDTF">2025-11-29T23:31:03Z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0x010100A5ECA0D3FA1A72489F51880ECFD0C45F</vt:lpwstr>
  </property>
</Properties>
</file>